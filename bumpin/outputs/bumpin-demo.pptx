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4c246f9dd8924198" /><Relationship Type="http://schemas.openxmlformats.org/officeDocument/2006/relationships/extended-properties" Target="/docProps/app.xml" Id="Rc3dc11d3cd6c44f8" /><Relationship Type="http://schemas.openxmlformats.org/officeDocument/2006/relationships/officeDocument" Target="/ppt/presentation.xml" Id="R1e2317abd0154d89" /></Relationships>
</file>

<file path=ppt/presentation.xml><?xml version="1.0" encoding="utf-8"?>
<p:presentation xmlns:p="http://schemas.openxmlformats.org/presentationml/2006/main">
  <p:sldMasterIdLst>
    <p:sldMasterId xmlns:r="http://schemas.openxmlformats.org/officeDocument/2006/relationships" id="2147483648" r:id="Rcd9aa658fd474d79"/>
  </p:sldMasterIdLst>
  <p:notesMasterIdLst>
    <p:notesMasterId xmlns:r="http://schemas.openxmlformats.org/officeDocument/2006/relationships" r:id="Rf4f84397a630409f"/>
  </p:notesMasterIdLst>
  <p:sldIdLst>
    <p:sldId xmlns:r="http://schemas.openxmlformats.org/officeDocument/2006/relationships" id="256" r:id="Raad216b82d344f63"/>
    <p:sldId xmlns:r="http://schemas.openxmlformats.org/officeDocument/2006/relationships" id="257" r:id="Rea69ae6f52aa4a57"/>
    <p:sldId xmlns:r="http://schemas.openxmlformats.org/officeDocument/2006/relationships" id="258" r:id="R64895052e04746e1"/>
    <p:sldId xmlns:r="http://schemas.openxmlformats.org/officeDocument/2006/relationships" id="259" r:id="R03387e95abbc4bc0"/>
    <p:sldId xmlns:r="http://schemas.openxmlformats.org/officeDocument/2006/relationships" id="260" r:id="R3a60391edcdf4e27"/>
    <p:sldId xmlns:r="http://schemas.openxmlformats.org/officeDocument/2006/relationships" id="261" r:id="Rc03f8daf82c14851"/>
    <p:sldId xmlns:r="http://schemas.openxmlformats.org/officeDocument/2006/relationships" id="262" r:id="Rcb60e78edbba4287"/>
    <p:sldId xmlns:r="http://schemas.openxmlformats.org/officeDocument/2006/relationships" id="263" r:id="Rd1efdf6b264e456e"/>
    <p:sldId xmlns:r="http://schemas.openxmlformats.org/officeDocument/2006/relationships" id="264" r:id="R653dcf50fea34846"/>
    <p:sldId xmlns:r="http://schemas.openxmlformats.org/officeDocument/2006/relationships" id="265" r:id="R3bdcb953360e4c70"/>
    <p:sldId xmlns:r="http://schemas.openxmlformats.org/officeDocument/2006/relationships" id="266" r:id="Reb9483f24ed5447e"/>
  </p:sldIdLst>
  <p:sldSz cx="12192000" cy="6858000"/>
  <p:notesSz cx="6858000" cy="9144000"/>
</p:presentation>
</file>

<file path=ppt/presProps.xml><?xml version="1.0" encoding="utf-8"?>
<p:presentationPr xmlns:p="http://schemas.openxmlformats.org/presentationml/2006/main">
  <p:showPr useTimings="1"/>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0392168fb845e7" /><Relationship Type="http://schemas.openxmlformats.org/officeDocument/2006/relationships/slideMaster" Target="/ppt/slideMasters/slideMaster1.xml" Id="Rcd9aa658fd474d79" /><Relationship Type="http://schemas.openxmlformats.org/officeDocument/2006/relationships/notesMaster" Target="/ppt/notesMasters/notesMaster1.xml" Id="Rf4f84397a630409f" /><Relationship Type="http://schemas.openxmlformats.org/officeDocument/2006/relationships/presProps" Target="/ppt/presProps.xml" Id="R1419307a57054e1e" /><Relationship Type="http://schemas.openxmlformats.org/officeDocument/2006/relationships/tableStyles" Target="/ppt/tableStyles.xml" Id="R9289a490a7e34ade" /><Relationship Type="http://schemas.openxmlformats.org/officeDocument/2006/relationships/slide" Target="/ppt/slides/slide1.xml" Id="Raad216b82d344f63" /><Relationship Type="http://schemas.openxmlformats.org/officeDocument/2006/relationships/slide" Target="/ppt/slides/slide2.xml" Id="Rea69ae6f52aa4a57" /><Relationship Type="http://schemas.openxmlformats.org/officeDocument/2006/relationships/slide" Target="/ppt/slides/slide3.xml" Id="R64895052e04746e1" /><Relationship Type="http://schemas.openxmlformats.org/officeDocument/2006/relationships/slide" Target="/ppt/slides/slide4.xml" Id="R03387e95abbc4bc0" /><Relationship Type="http://schemas.openxmlformats.org/officeDocument/2006/relationships/slide" Target="/ppt/slides/slide5.xml" Id="R3a60391edcdf4e27" /><Relationship Type="http://schemas.openxmlformats.org/officeDocument/2006/relationships/slide" Target="/ppt/slides/slide6.xml" Id="Rc03f8daf82c14851" /><Relationship Type="http://schemas.openxmlformats.org/officeDocument/2006/relationships/slide" Target="/ppt/slides/slide7.xml" Id="Rcb60e78edbba4287" /><Relationship Type="http://schemas.openxmlformats.org/officeDocument/2006/relationships/slide" Target="/ppt/slides/slide8.xml" Id="Rd1efdf6b264e456e" /><Relationship Type="http://schemas.openxmlformats.org/officeDocument/2006/relationships/slide" Target="/ppt/slides/slide9.xml" Id="R653dcf50fea34846" /><Relationship Type="http://schemas.openxmlformats.org/officeDocument/2006/relationships/slide" Target="/ppt/slides/slide10.xml" Id="R3bdcb953360e4c70" /><Relationship Type="http://schemas.openxmlformats.org/officeDocument/2006/relationships/slide" Target="/ppt/slides/slide11.xml" Id="Reb9483f24ed544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b7df45a3424f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bc039f98d547c1" /><Relationship Type="http://schemas.openxmlformats.org/officeDocument/2006/relationships/notesMaster" Target="/ppt/notesMasters/notesMaster1.xml" Id="R8b7b59c643a149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44e4c3b6b44ea6" /><Relationship Type="http://schemas.openxmlformats.org/officeDocument/2006/relationships/notesMaster" Target="/ppt/notesMasters/notesMaster1.xml" Id="R0b5c1a4f75e7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2f7740ab564efb" /><Relationship Type="http://schemas.openxmlformats.org/officeDocument/2006/relationships/notesMaster" Target="/ppt/notesMasters/notesMaster1.xml" Id="R4d5a5530784143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bcb710ea994f27" /><Relationship Type="http://schemas.openxmlformats.org/officeDocument/2006/relationships/notesMaster" Target="/ppt/notesMasters/notesMaster1.xml" Id="R56b09c885cf048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d1943c28d941a7" /><Relationship Type="http://schemas.openxmlformats.org/officeDocument/2006/relationships/notesMaster" Target="/ppt/notesMasters/notesMaster1.xml" Id="R4d324566b50242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f6fe415bc04fd3" /><Relationship Type="http://schemas.openxmlformats.org/officeDocument/2006/relationships/notesMaster" Target="/ppt/notesMasters/notesMaster1.xml" Id="R744cec2e031c47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4a07e9538746e5" /><Relationship Type="http://schemas.openxmlformats.org/officeDocument/2006/relationships/notesMaster" Target="/ppt/notesMasters/notesMaster1.xml" Id="R807640949f5d48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12d3804ce94ca3" /><Relationship Type="http://schemas.openxmlformats.org/officeDocument/2006/relationships/notesMaster" Target="/ppt/notesMasters/notesMaster1.xml" Id="R05c0716ace4e49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fd658549474c01" /><Relationship Type="http://schemas.openxmlformats.org/officeDocument/2006/relationships/notesMaster" Target="/ppt/notesMasters/notesMaster1.xml" Id="R45c8b789b5864b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6f9a06e9b4e2f" /><Relationship Type="http://schemas.openxmlformats.org/officeDocument/2006/relationships/notesMaster" Target="/ppt/notesMasters/notesMaster1.xml" Id="R96da505cda3948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29b58f573f41a5" /><Relationship Type="http://schemas.openxmlformats.org/officeDocument/2006/relationships/notesMaster" Target="/ppt/notesMasters/notesMaster1.xml" Id="Ra24e154870b645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0:00–0:04 | 4 seconds.</a:t>
            </a:r>
          </a:p>
          <a:p xmlns:a="http://schemas.openxmlformats.org/drawingml/2006/main">
            <a:r>
              <a:t>SAY: “Your next teammate could be in this room.”</a:t>
            </a:r>
          </a:p>
          <a:p xmlns:a="http://schemas.openxmlformats.org/drawingml/2006/main">
            <a:r>
              <a:t>ACTION: Crowd footage starts automatically; the slide advances after four seconds. If autoplay is disabled, click the video. This is illustrative city stock, not footage of our hackathon.</a:t>
            </a:r>
          </a:p>
          <a:p xmlns:a="http://schemas.openxmlformats.org/drawingml/2006/main">
            <a:r>
              <a:t>AUDIO: Muted for reliable presentation-room playback; deliver the line yourself.</a:t>
            </a:r>
          </a:p>
          <a:p xmlns:a="http://schemas.openxmlformats.org/drawingml/2006/main">
            <a:r>
              <a:t>SOURCE: La Doncella Audiovisual, Pexels — https://www.pexels.com/video/crowded-urban-scene-with-blurred-motion-31741796/</a:t>
            </a:r>
          </a:p>
          <a:p xmlns:a="http://schemas.openxmlformats.org/drawingml/2006/main">
            <a:r>
              <a:t>EDIT: First four seconds, resized and cropped to the widescreen media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0:04–0:07 | 3 seconds.</a:t>
            </a:r>
          </a:p>
          <a:p xmlns:a="http://schemas.openxmlformats.org/drawingml/2006/main">
            <a:r>
              <a:t>SAY: Nothing. Let the visual joke land.</a:t>
            </a:r>
          </a:p>
          <a:p xmlns:a="http://schemas.openxmlformats.org/drawingml/2006/main">
            <a:r>
              <a:t>ACTION: Confused Travolta plays automatically, keyed over the deck's dark background. Slide advances after three seconds.</a:t>
            </a:r>
          </a:p>
          <a:p xmlns:a="http://schemas.openxmlformats.org/drawingml/2006/main">
            <a:r>
              <a:t>AUDIO: Silence.</a:t>
            </a:r>
          </a:p>
          <a:p xmlns:a="http://schemas.openxmlformats.org/drawingml/2006/main">
            <a:r>
              <a:t>SOURCE: Confused Travolta, from Pulp Fiction, via Tenor — https://tenor.com/view/confused-travolta-green-gif-7954354</a:t>
            </a:r>
          </a:p>
          <a:p xmlns:a="http://schemas.openxmlformats.org/drawingml/2006/main">
            <a:r>
              <a:t>CAPTION: “Me trying to find the AI agent builders.”</a:t>
            </a:r>
          </a:p>
          <a:p xmlns:a="http://schemas.openxmlformats.org/drawingml/2006/main">
            <a:r>
              <a:t>EDIT: A three-second silent loop; green background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0:07–0:18 | 11 seconds.</a:t>
            </a:r>
          </a:p>
          <a:p xmlns:a="http://schemas.openxmlformats.org/drawingml/2006/main">
            <a:r>
              <a:t>SAY: “But you don't know their name, what they're building, or whether they're looking for you. That's the problem BumpIn solves.”</a:t>
            </a:r>
          </a:p>
          <a:p xmlns:a="http://schemas.openxmlformats.org/drawingml/2006/main">
            <a:r>
              <a:t>ACTION: Pause on the BumpIn name, then advance manually.</a:t>
            </a:r>
          </a:p>
          <a:p xmlns:a="http://schemas.openxmlformats.org/drawingml/2006/main">
            <a:r>
              <a:t>BRIDGE: The opening problem is a missed introduction in a shared room; now reveal the product.</a:t>
            </a:r>
          </a:p>
          <a:p xmlns:a="http://schemas.openxmlformats.org/drawingml/2006/main">
            <a:r>
              <a:t>PROJECT SOURCE: README.md and docs/PRD.md in this repository. This is an opt-in event networking proof of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0:18–0:55 | 37 seconds.</a:t>
            </a:r>
          </a:p>
          <a:p xmlns:a="http://schemas.openxmlformats.org/drawingml/2006/main">
            <a:r>
              <a:t>SAY: “Scan one QR code. Join the event. Tell people what you're building and who you'd like to meet.”</a:t>
            </a:r>
          </a:p>
          <a:p xmlns:a="http://schemas.openxmlformats.org/drawingml/2006/main">
            <a:r>
              <a:t>ACTION 0:18–0:30: Point to the QR. The QR opens https://bumpin-silk.vercel.app/e/grok-bot-london</a:t>
            </a:r>
          </a:p>
          <a:p xmlns:a="http://schemas.openxmlformats.org/drawingml/2006/main">
            <a:r>
              <a:t>ACTION 0:30–0:55: Switch to the live app or mirror Phone A. Join as yourself with prepared, accurate demo details and explicitly enable event visibility.</a:t>
            </a:r>
          </a:p>
          <a:p xmlns:a="http://schemas.openxmlformats.org/drawingml/2006/main">
            <a:r>
              <a:t>SAY WHILE JOINING: “I'll join as myself and choose to appear on the attendee map. No GPS is required.”</a:t>
            </a:r>
          </a:p>
          <a:p xmlns:a="http://schemas.openxmlformats.org/drawingml/2006/main">
            <a:r>
              <a:t>IMPORTANT REHEARSAL: Do not assume the documented production URL is healthy. Check it before presenting. The local fallback syncs tabs on one browser; cross-phone realtime requires a working configured backend. No live run was verified while creating this deck.</a:t>
            </a:r>
          </a:p>
          <a:p xmlns:a="http://schemas.openxmlformats.org/drawingml/2006/main">
            <a:r>
              <a:t>FORM ROUTE: Any automated form entry must follow the repository/user react-form-fill instructions.</a:t>
            </a:r>
          </a:p>
          <a:p xmlns:a="http://schemas.openxmlformats.org/drawingml/2006/main">
            <a:r>
              <a:t>SOURCE: docs/DEMO-MEDIA-SCRIPT.md; components/join/join-card.tsx;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0:55–1:40 | 45 seconds.</a:t>
            </a:r>
          </a:p>
          <a:p xmlns:a="http://schemas.openxmlformats.org/drawingml/2006/main">
            <a:r>
              <a:t>ACTION: Switch to the app / Phone A projection. Teammate joins on Phone B; wait for the second avatar to appear.</a:t>
            </a:r>
          </a:p>
          <a:p xmlns:a="http://schemas.openxmlformats.org/drawingml/2006/main">
            <a:r>
              <a:t>SAY: “Now my teammate joins on another phone.” Pause for the update. “There they are. We're both in the same event, and now we can actually find each other's profiles.”</a:t>
            </a:r>
          </a:p>
          <a:p xmlns:a="http://schemas.openxmlformats.org/drawingml/2006/main">
            <a:r>
              <a:t>ACTION: Tap the teammate's avatar, then show the profile and a user-entered LinkedIn link if present.</a:t>
            </a:r>
          </a:p>
          <a:p xmlns:a="http://schemas.openxmlformats.org/drawingml/2006/main">
            <a:r>
              <a:t>SAY: “Tap an avatar to see their profile and the LinkedIn link they've chosen to share. Now I have a person to introduce myself to.”</a:t>
            </a:r>
          </a:p>
          <a:p xmlns:a="http://schemas.openxmlformats.org/drawingml/2006/main">
            <a:r>
              <a:t>DO NOT NARRATE AN UPDATE BEFORE IT HAPPENS. Demo participants must be clearly introduced; don't present seeded data as live users.</a:t>
            </a:r>
          </a:p>
          <a:p xmlns:a="http://schemas.openxmlformats.org/drawingml/2006/main">
            <a:r>
              <a:t>FALLBACK: If cross-phone realtime is unavailable, use a previously verified run labelled “Recorded demo”. Otherwise demonstrate the same-browser mode and state that limit. Do not imply this slide is a live attendee map.</a:t>
            </a:r>
          </a:p>
          <a:p xmlns:a="http://schemas.openxmlformats.org/drawingml/2006/main">
            <a:r>
              <a:t>SOURCE: docs/REHEARSAL-CHECKLIST.md; docs/DEMO-MEDIA-SCRIPT.md.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1:40–2:08 | 28 seconds.</a:t>
            </a:r>
          </a:p>
          <a:p xmlns:a="http://schemas.openxmlformats.org/drawingml/2006/main">
            <a:r>
              <a:t>ACTION: In the app, open “Find people to meet” and choose “Who is building AI agents?” Wait for a matching result and show its reason and source label.</a:t>
            </a:r>
          </a:p>
          <a:p xmlns:a="http://schemas.openxmlformats.org/drawingml/2006/main">
            <a:r>
              <a:t>SAY: “And if I know what I'm looking for, I can ask: ‘Who is building AI agents?’ Here's a match, with the reason it was suggested.”</a:t>
            </a:r>
          </a:p>
          <a:p xmlns:a="http://schemas.openxmlformats.org/drawingml/2006/main">
            <a:r>
              <a:t>IF SOURCE IS RULES-BASED: “This demo is using the labelled rules-based matcher, based on what attendees have shared.”</a:t>
            </a:r>
          </a:p>
          <a:p xmlns:a="http://schemas.openxmlformats.org/drawingml/2006/main">
            <a:r>
              <a:t>IF SOURCE IS GROK BOT, ONLY AFTER VERIFYING THE INTEGRATION WORKS: “This result comes from Grok Bot, using the attendee information shared for this event.”</a:t>
            </a:r>
          </a:p>
          <a:p xmlns:a="http://schemas.openxmlformats.org/drawingml/2006/main">
            <a:r>
              <a:t>IF NO RESULT: “Matches depend on what attendees have shared; this event doesn't have a matching profile yet.” Then skip the Interstellar slide and go directly to slide 8.</a:t>
            </a:r>
          </a:p>
          <a:p xmlns:a="http://schemas.openxmlformats.org/drawingml/2006/main">
            <a:r>
              <a:t>SETUP: A teammate's accurate demo profile can include “AI agents for event networking” so the query has relevant text to match.</a:t>
            </a:r>
          </a:p>
          <a:p xmlns:a="http://schemas.openxmlformats.org/drawingml/2006/main">
            <a:r>
              <a:t>SOURCE: components/grok/ask-grok-panel.tsx; lib/matching/grok-adapter.ts; lib/matching/rules.ts.</a:t>
            </a:r>
          </a:p>
          <a:p xmlns:a="http://schemas.openxmlformats.org/drawingml/2006/main">
            <a:r>
              <a:t>This slide is the question, not a fabricated screenshot or a claimed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2:08–2:11 | 3 seconds.</a:t>
            </a:r>
          </a:p>
          <a:p xmlns:a="http://schemas.openxmlformats.org/drawingml/2006/main">
            <a:r>
              <a:t>SAY: Nothing; let the dramatic reaction play.</a:t>
            </a:r>
          </a:p>
          <a:p xmlns:a="http://schemas.openxmlformats.org/drawingml/2006/main">
            <a:r>
              <a:t>ACTION: Return from the app to this slide only after a real matching result is visible. Video starts automatically and the deck advances after three seconds.</a:t>
            </a:r>
          </a:p>
          <a:p xmlns:a="http://schemas.openxmlformats.org/drawingml/2006/main">
            <a:r>
              <a:t>IF NO MATCH: Skip this slide (go to slide 8).</a:t>
            </a:r>
          </a:p>
          <a:p xmlns:a="http://schemas.openxmlformats.org/drawingml/2006/main">
            <a:r>
              <a:t>AUDIO: Silent cut for consistent playback.</a:t>
            </a:r>
          </a:p>
          <a:p xmlns:a="http://schemas.openxmlformats.org/drawingml/2006/main">
            <a:r>
              <a:t>SOURCE: Interstellar | Docking Scene | Paramount Movies — https://www.youtube.com/watch?v=v2H1s9gj5DA</a:t>
            </a:r>
          </a:p>
          <a:p xmlns:a="http://schemas.openxmlformats.org/drawingml/2006/main">
            <a:r>
              <a:t>EXACT EXCERPT: 4:30–4:33 of the linked upload. The film footage is a humorous reaction, not a product capability.</a:t>
            </a:r>
          </a:p>
          <a:p xmlns:a="http://schemas.openxmlformats.org/drawingml/2006/main">
            <a:r>
              <a:t>Movie/meme sources are credited here; inclusion does not establish a reuse licence.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2:11–2:47 | 36 seconds.</a:t>
            </a:r>
          </a:p>
          <a:p xmlns:a="http://schemas.openxmlformats.org/drawingml/2006/main">
            <a:r>
              <a:t>ACTION 2:11–2:34: Return to the app. Toggle visibility off and confirm the change on the other device.</a:t>
            </a:r>
          </a:p>
          <a:p xmlns:a="http://schemas.openxmlformats.org/drawingml/2006/main">
            <a:r>
              <a:t>SAY: “And being visible is my choice. I can hide myself again.” Pause for the update. “I control whether I appear on the map.”</a:t>
            </a:r>
          </a:p>
          <a:p xmlns:a="http://schemas.openxmlformats.org/drawingml/2006/main">
            <a:r>
              <a:t>ACTION 2:34–2:47: Tap the venue pin and show the event's Luma link.</a:t>
            </a:r>
          </a:p>
          <a:p xmlns:a="http://schemas.openxmlformats.org/drawingml/2006/main">
            <a:r>
              <a:t>SAY: “The venue pin also links back to the event, keeping the people and the event together.”</a:t>
            </a:r>
          </a:p>
          <a:p xmlns:a="http://schemas.openxmlformats.org/drawingml/2006/main">
            <a:r>
              <a:t>Keep the privacy demonstration concrete. Don't claim exact distance, GPS tracking or automatic introductions.</a:t>
            </a:r>
          </a:p>
          <a:p xmlns:a="http://schemas.openxmlformats.org/drawingml/2006/main">
            <a:r>
              <a:t>SOURCE: docs/PRD.md; docs/DEMO-MEDIA-SCRIPT.md.</a:t>
            </a:r>
          </a:p>
          <a:p xmlns:a="http://schemas.openxmlformats.org/drawingml/2006/main">
            <a:r>
              <a:t>TRANSITION: Return to the final QR slide and leave it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2:47–3:00 | 13 seconds.</a:t>
            </a:r>
          </a:p>
          <a:p xmlns:a="http://schemas.openxmlformats.org/drawingml/2006/main">
            <a:r>
              <a:t>SAY: “Your next teammate might be three metres away. BumpIn helps you make the introduction. Scan the code. Find your people.”</a:t>
            </a:r>
          </a:p>
          <a:p xmlns:a="http://schemas.openxmlformats.org/drawingml/2006/main">
            <a:r>
              <a:t>ACTION: Keep this QR on screen through the end and during questions.</a:t>
            </a:r>
          </a:p>
          <a:p xmlns:a="http://schemas.openxmlformats.org/drawingml/2006/main">
            <a:r>
              <a:t>QR DESTINATION: https://bumpin-silk.vercel.app/e/grok-bot-london</a:t>
            </a:r>
          </a:p>
          <a:p xmlns:a="http://schemas.openxmlformats.org/drawingml/2006/main">
            <a:r>
              <a:t>The “three metres” line is an illustrative possibility, not a measured proximity claim.</a:t>
            </a:r>
          </a:p>
          <a:p xmlns:a="http://schemas.openxmlformats.org/drawingml/2006/main">
            <a:r>
              <a:t>END OF MAIN DECK. The two following slides are hidden alternatives; do not run them as part of the three-minute presentation.</a:t>
            </a:r>
          </a:p>
          <a:p xmlns:a="http://schemas.openxmlformats.org/drawingml/2006/main">
            <a:r>
              <a:t>REHEARSAL: Main times sum to 180 seconds, including app interactions and pauses. Videos are embedded silent H.264 MP4 clips, so no streaming sites are needed for clip playback. The app itself needs its normal connectivity.</a:t>
            </a:r>
          </a:p>
          <a:p xmlns:a="http://schemas.openxmlformats.org/drawingml/2006/main">
            <a:r>
              <a:t>MEDIA SOURCES: Crowd: Pexels / La Doncella Audiovisual. Travolta and Mr Bean: Tenor. Interstellar: Paramount Movies. Mission: Impossible: Binge Society. Original source URLs are in each media slide's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ALTERNATIVE | 3 seconds. Replace slide 1 if a more chaotic opener suits the room; do not add it to the main sequence.</a:t>
            </a:r>
          </a:p>
          <a:p xmlns:a="http://schemas.openxmlformats.org/drawingml/2006/main">
            <a:r>
              <a:t>SAY BEFORE PLAYING: “Finding the right teammate shouldn't feel like this.”</a:t>
            </a:r>
          </a:p>
          <a:p xmlns:a="http://schemas.openxmlformats.org/drawingml/2006/main">
            <a:r>
              <a:t>ACTION: Silent three-second London chase shot; then continue with Travolta or go straight to the BumpIn reveal. Rehearse the revised opening.</a:t>
            </a:r>
          </a:p>
          <a:p xmlns:a="http://schemas.openxmlformats.org/drawingml/2006/main">
            <a:r>
              <a:t>SOURCE: Mission: Impossible – Fallout: Manhunt through London's rooftops, Binge Society — https://www.youtube.com/watch?v=M9XZ07XlsEw</a:t>
            </a:r>
          </a:p>
          <a:p xmlns:a="http://schemas.openxmlformats.org/drawingml/2006/main">
            <a:r>
              <a:t>EXACT EXCERPT: 0:05–0:08 of the linked upload.</a:t>
            </a:r>
          </a:p>
          <a:p xmlns:a="http://schemas.openxmlformats.org/drawingml/2006/main">
            <a:r>
              <a:t>Movie/meme sources are credited here; inclusion does not establish a reuse licence.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ALTERNATIVE | 3 seconds. Replace slide 2 (Confused Travolta), not an extra joke.</a:t>
            </a:r>
          </a:p>
          <a:p xmlns:a="http://schemas.openxmlformats.org/drawingml/2006/main">
            <a:r>
              <a:t>SAY: Nothing; pause for the caption.</a:t>
            </a:r>
          </a:p>
          <a:p xmlns:a="http://schemas.openxmlformats.org/drawingml/2006/main">
            <a:r>
              <a:t>ACTION: Silent Mr Bean waiting clip. Use before the app reveal, never over our loading state.</a:t>
            </a:r>
          </a:p>
          <a:p xmlns:a="http://schemas.openxmlformats.org/drawingml/2006/main">
            <a:r>
              <a:t>SOURCE: Mr Bean waiting — https://tenor.com/view/mr-bean-waiting-still-waiting-gif-13052487</a:t>
            </a:r>
          </a:p>
          <a:p xmlns:a="http://schemas.openxmlformats.org/drawingml/2006/main">
            <a:r>
              <a:t>EDIT: First three seconds, silent.</a:t>
            </a:r>
          </a:p>
          <a:p xmlns:a="http://schemas.openxmlformats.org/drawingml/2006/main">
            <a:r>
              <a:t>Movie/meme sources are credited here; inclusion does not establish a reuse licence.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44a78c808343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1e84d11cdc41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6732212f6542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38e2c82f9f4a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4de78328ee43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36865508d1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B0D459-363A-4057-90E2-F359DBB649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480068-4C30-41ED-B16C-087950A02E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DBAB5E-31B1-4C6D-9B1E-306188792F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F2160E-7CBB-4DB9-BAC3-ECBA09E648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843A46-AE89-4336-8B68-6581989CF5D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98BBAC-0C74-47BB-A42F-5E12DB3DE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1915DF-63C5-441D-83F8-E1E190051F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7D1A27-E6C3-4221-AA92-1B1F06D7943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52D75B-81BE-4C97-9472-A6D3981AC9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E81176-FD96-4BE2-A7C4-D9D269BD66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6d3fd111394fba" /><Relationship Type="http://schemas.openxmlformats.org/officeDocument/2006/relationships/slideLayout" Target="/ppt/slideLayouts/slideLayout1.xml" Id="Ra25f033417d74f0f" /><Relationship Type="http://schemas.openxmlformats.org/officeDocument/2006/relationships/slideLayout" Target="/ppt/slideLayouts/slideLayout2.xml" Id="R9b1c726a194d4663" /><Relationship Type="http://schemas.openxmlformats.org/officeDocument/2006/relationships/slideLayout" Target="/ppt/slideLayouts/slideLayout3.xml" Id="Rca3898bf978e4c8b" /><Relationship Type="http://schemas.openxmlformats.org/officeDocument/2006/relationships/slideLayout" Target="/ppt/slideLayouts/slideLayout4.xml" Id="R8740915c29ef46ea" /><Relationship Type="http://schemas.openxmlformats.org/officeDocument/2006/relationships/slideLayout" Target="/ppt/slideLayouts/slideLayout5.xml" Id="Rdae30d7a8a8f4bbd" /><Relationship Type="http://schemas.openxmlformats.org/officeDocument/2006/relationships/slideLayout" Target="/ppt/slideLayouts/slideLayout6.xml" Id="Rd66740ee81744a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5f033417d74f0f"/>
    <p:sldLayoutId xmlns:r="http://schemas.openxmlformats.org/officeDocument/2006/relationships" id="2147483650" r:id="R9b1c726a194d4663"/>
    <p:sldLayoutId xmlns:r="http://schemas.openxmlformats.org/officeDocument/2006/relationships" id="2147483651" r:id="Rca3898bf978e4c8b"/>
    <p:sldLayoutId xmlns:r="http://schemas.openxmlformats.org/officeDocument/2006/relationships" id="2147483652" r:id="R8740915c29ef46ea"/>
    <p:sldLayoutId xmlns:r="http://schemas.openxmlformats.org/officeDocument/2006/relationships" id="2147483653" r:id="Rdae30d7a8a8f4bbd"/>
    <p:sldLayoutId xmlns:r="http://schemas.openxmlformats.org/officeDocument/2006/relationships" id="2147483654" r:id="Rd66740ee81744a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29ea98da682b416b"/><Relationship Type="http://schemas.openxmlformats.org/officeDocument/2006/relationships/image" Target="/ppt/media/image.png" Id="Rff269c52ea144026"/><Relationship Type="http://schemas.openxmlformats.org/officeDocument/2006/relationships/notesSlide" Target="/ppt/notesSlides/notesSlide1.xml" Id="Raaf26589f8a741b0"/><Relationship Id="rIdBumpVideo" Type="http://schemas.openxmlformats.org/officeDocument/2006/relationships/video" Target="../media/bump-crowd.mp4"/><Relationship Id="rIdBumpMedia" Type="http://schemas.microsoft.com/office/2007/relationships/media" Target="../media/bump-crowd.mp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670ec9976b5e47b3"/><Relationship Type="http://schemas.openxmlformats.org/officeDocument/2006/relationships/image" Target="/ppt/media/image2.png" Id="Rbf79b4eba3534fa1"/><Relationship Type="http://schemas.openxmlformats.org/officeDocument/2006/relationships/notesSlide" Target="/ppt/notesSlides/notesSlide2.xml" Id="R144fb5e0be204dc8"/><Relationship Id="rIdBumpVideo" Type="http://schemas.openxmlformats.org/officeDocument/2006/relationships/video" Target="../media/bump-travolta-keyed.mp4"/><Relationship Id="rIdBumpMedia" Type="http://schemas.microsoft.com/office/2007/relationships/media" Target="../media/bump-travolta-keyed.mp4"/></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5bfb43bcd44562" /><Relationship Type="http://schemas.openxmlformats.org/officeDocument/2006/relationships/notesSlide" Target="/ppt/notesSlides/notesSlide3.xml" Id="R368631accf05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f0b98a16784bd7" /><Relationship Type="http://schemas.openxmlformats.org/officeDocument/2006/relationships/image" Target="/ppt/media/image3.png" Id="R6a75cc403ae34c61" /><Relationship Type="http://schemas.openxmlformats.org/officeDocument/2006/relationships/hyperlink" Target="https://bumpin-silk.vercel.app/e/grok-bot-london" TargetMode="External" Id="Rdca1bd56e4b14112" /><Relationship Type="http://schemas.openxmlformats.org/officeDocument/2006/relationships/notesSlide" Target="/ppt/notesSlides/notesSlide4.xml" Id="Raacd354acf574a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0fce532792427a" /><Relationship Type="http://schemas.openxmlformats.org/officeDocument/2006/relationships/hyperlink" Target="https://bumpin-silk.vercel.app/e/grok-bot-london" TargetMode="External" Id="R752c0e98cc054a9b" /><Relationship Type="http://schemas.openxmlformats.org/officeDocument/2006/relationships/notesSlide" Target="/ppt/notesSlides/notesSlide5.xml" Id="Rca31d059d53a41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ca6f4afbad4b63" /><Relationship Type="http://schemas.openxmlformats.org/officeDocument/2006/relationships/notesSlide" Target="/ppt/notesSlides/notesSlide6.xml" Id="Re54c63a151094edf" /></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ed56f3948e4d4c6a"/><Relationship Type="http://schemas.openxmlformats.org/officeDocument/2006/relationships/image" Target="/ppt/media/image4.png" Id="Re893e2df32274023"/><Relationship Type="http://schemas.openxmlformats.org/officeDocument/2006/relationships/notesSlide" Target="/ppt/notesSlides/notesSlide7.xml" Id="R52f844fced0245f4"/><Relationship Id="rIdBumpVideo" Type="http://schemas.openxmlformats.org/officeDocument/2006/relationships/video" Target="../media/bump-interstellar.mp4"/><Relationship Id="rIdBumpMedia" Type="http://schemas.microsoft.com/office/2007/relationships/media" Target="../media/bump-interstellar.mp4"/></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db9f41426a4d87" /><Relationship Type="http://schemas.openxmlformats.org/officeDocument/2006/relationships/notesSlide" Target="/ppt/notesSlides/notesSlide8.xml" Id="Re4c6878cf4294d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e1352f277c463e" /><Relationship Type="http://schemas.openxmlformats.org/officeDocument/2006/relationships/hyperlink" Target="https://bumpin-silk.vercel.app/e/grok-bot-london" TargetMode="External" Id="R2fd9bb79f0644204" /><Relationship Type="http://schemas.openxmlformats.org/officeDocument/2006/relationships/image" Target="/ppt/media/image5.png" Id="R03d237597d954352" /><Relationship Type="http://schemas.openxmlformats.org/officeDocument/2006/relationships/notesSlide" Target="/ppt/notesSlides/notesSlide9.xml" Id="R58708d472dd445d4" /></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a2de8482f404a6b"/><Relationship Type="http://schemas.openxmlformats.org/officeDocument/2006/relationships/image" Target="/ppt/media/image6.png" Id="R6f8d81e3d94c4bc5"/><Relationship Type="http://schemas.openxmlformats.org/officeDocument/2006/relationships/notesSlide" Target="/ppt/notesSlides/notesSlide10.xml" Id="R29646df14013437e"/><Relationship Id="rIdBumpVideo" Type="http://schemas.openxmlformats.org/officeDocument/2006/relationships/video" Target="../media/bump-mission.mp4"/><Relationship Id="rIdBumpMedia" Type="http://schemas.microsoft.com/office/2007/relationships/media" Target="../media/bump-mission.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a753dabb919f4566"/><Relationship Type="http://schemas.openxmlformats.org/officeDocument/2006/relationships/image" Target="/ppt/media/image7.png" Id="R8beeb2dc5a164c98"/><Relationship Type="http://schemas.openxmlformats.org/officeDocument/2006/relationships/notesSlide" Target="/ppt/notesSlides/notesSlide11.xml" Id="Rddec144c63b54cac"/><Relationship Id="rIdBumpVideo" Type="http://schemas.openxmlformats.org/officeDocument/2006/relationships/video" Target="../media/bump-bean.mp4"/><Relationship Id="rIdBumpMedia" Type="http://schemas.microsoft.com/office/2007/relationships/media" Target="../media/bump-bean.mp4"/></Relationships>
</file>

<file path=ppt/slides/slide1.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pic>
        <p:nvPicPr>
          <p:cNvPr id="3" name="Embedded crowd.mp4">
            <ns0:hlinkClick xmlns:ns0="http://schemas.openxmlformats.org/drawingml/2006/main" xmlns:ns1="http://schemas.openxmlformats.org/officeDocument/2006/relationships" ns1:id="" action="ppaction://media"/>
            <a:extLst xmlns:a="http://schemas.openxmlformats.org/drawingml/2006/main">
              <a:ext uri="{FF2B5EF4-FFF2-40B4-BE49-F238E27FC236}">
                <a16:creationId xmlns:a16="http://schemas.microsoft.com/office/drawing/2014/main" id="{823EB6C1-6818-47A4-A3C2-4C4CDD570E39}"/>
              </a:ext>
            </a:extLst>
          </p:cNvPr>
          <p:cNvPicPr>
            <a:picLocks xmlns:a="http://schemas.openxmlformats.org/drawingml/2006/main" noChangeAspect="1"/>
          </p:cNvPicPr>
          <p:nvPr>
            <ns0:videoFile xmlns:ns0="http://schemas.openxmlformats.org/drawingml/2006/main" xmlns:ns1="http://schemas.openxmlformats.org/officeDocument/2006/relationships" ns1:link="rIdBumpVideo"/>
            <p:extLst>
              <p:ext uri="{DAA4B4D4-6D71-4841-9C94-3DE7FCFB9230}">
                <ns0:media xmlns:ns0="http://schemas.microsoft.com/office/powerpoint/2010/main" xmlns:ns1="http://schemas.openxmlformats.org/officeDocument/2006/relationships" ns1:embed="rIdBumpMedia"/>
              </p:ext>
            </p:extLst>
          </p:nvPr>
        </p:nvPicPr>
        <p:blipFill>
          <a:blip xmlns:r="http://schemas.openxmlformats.org/officeDocument/2006/relationships" xmlns:a="http://schemas.openxmlformats.org/drawingml/2006/main" r:embed="Rff269c52ea144026"/>
          <a:stretch xmlns:a="http://schemas.openxmlformats.org/drawingml/2006/main"/>
        </p:blipFill>
        <p:spPr>
          <a:xfrm xmlns:a="http://schemas.openxmlformats.org/drawingml/2006/main">
            <a:off x="0" y="0"/>
            <a:ext cx="12192000" cy="5334000"/>
          </a:xfrm>
          <a:prstGeom xmlns:a="http://schemas.openxmlformats.org/drawingml/2006/main" prst="rect">
            <a:avLst/>
          </a:prstGeom>
        </p:spPr>
      </p:pic>
      <p:sp>
        <p:nvSpPr>
          <p:cNvPr id="2" name="caption">
            <a:extLst xmlns:a="http://schemas.openxmlformats.org/drawingml/2006/main">
              <a:ext uri="{FF2B5EF4-FFF2-40B4-BE49-F238E27FC236}">
                <a16:creationId xmlns:a16="http://schemas.microsoft.com/office/drawing/2014/main" id="{4DD8A606-1AE7-4B46-B8F7-8742C6ACF456}"/>
              </a:ext>
            </a:extLst>
          </p:cNvPr>
          <p:cNvSpPr>
            <a:spLocks xmlns:a="http://schemas.openxmlformats.org/drawingml/2006/main" noGrp="1"/>
          </p:cNvSpPr>
          <p:nvPr/>
        </p:nvSpPr>
        <p:spPr>
          <a:xfrm xmlns:a="http://schemas.openxmlformats.org/drawingml/2006/main">
            <a:off x="685800" y="550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1">
                <a:solidFill>
                  <a:srgbClr val="F8FAFC"/>
                </a:solidFill>
                <a:latin typeface="Arial"/>
                <a:ea typeface="Arial"/>
                <a:cs typeface="Arial"/>
              </a:defRPr>
            </a:defPPr>
            <a:lvl1pPr algn="ctr">
              <a:defRPr sz="3600" b="1">
                <a:solidFill>
                  <a:srgbClr val="F8FAFC"/>
                </a:solidFill>
                <a:latin typeface="Arial"/>
                <a:ea typeface="Arial"/>
                <a:cs typeface="Arial"/>
              </a:defRPr>
            </a:lvl1pPr>
            <a:lvl2pPr algn="ctr">
              <a:defRPr sz="3600" b="1">
                <a:solidFill>
                  <a:srgbClr val="F8FAFC"/>
                </a:solidFill>
                <a:latin typeface="Arial"/>
                <a:ea typeface="Arial"/>
                <a:cs typeface="Arial"/>
              </a:defRPr>
            </a:lvl2pPr>
            <a:lvl3pPr algn="ctr">
              <a:defRPr sz="3600" b="1">
                <a:solidFill>
                  <a:srgbClr val="F8FAFC"/>
                </a:solidFill>
                <a:latin typeface="Arial"/>
                <a:ea typeface="Arial"/>
                <a:cs typeface="Arial"/>
              </a:defRPr>
            </a:lvl3pPr>
            <a:lvl4pPr algn="ctr">
              <a:defRPr sz="3600" b="1">
                <a:solidFill>
                  <a:srgbClr val="F8FAFC"/>
                </a:solidFill>
                <a:latin typeface="Arial"/>
                <a:ea typeface="Arial"/>
                <a:cs typeface="Arial"/>
              </a:defRPr>
            </a:lvl4pPr>
            <a:lvl5pPr algn="ctr">
              <a:defRPr sz="3600" b="1">
                <a:solidFill>
                  <a:srgbClr val="F8FAFC"/>
                </a:solidFill>
                <a:latin typeface="Arial"/>
                <a:ea typeface="Arial"/>
                <a:cs typeface="Arial"/>
              </a:defRPr>
            </a:lvl5pPr>
            <a:lvl6pPr algn="ctr">
              <a:defRPr sz="3600" b="1">
                <a:solidFill>
                  <a:srgbClr val="F8FAFC"/>
                </a:solidFill>
                <a:latin typeface="Arial"/>
                <a:ea typeface="Arial"/>
                <a:cs typeface="Arial"/>
              </a:defRPr>
            </a:lvl6pPr>
            <a:lvl7pPr algn="ctr">
              <a:defRPr sz="3600" b="1">
                <a:solidFill>
                  <a:srgbClr val="F8FAFC"/>
                </a:solidFill>
                <a:latin typeface="Arial"/>
                <a:ea typeface="Arial"/>
                <a:cs typeface="Arial"/>
              </a:defRPr>
            </a:lvl7pPr>
            <a:lvl8pPr algn="ctr">
              <a:defRPr sz="3600" b="1">
                <a:solidFill>
                  <a:srgbClr val="F8FAFC"/>
                </a:solidFill>
                <a:latin typeface="Arial"/>
                <a:ea typeface="Arial"/>
                <a:cs typeface="Arial"/>
              </a:defRPr>
            </a:lvl8pPr>
            <a:lvl9pPr algn="ctr">
              <a:defRPr sz="3600" b="1">
                <a:solidFill>
                  <a:srgbClr val="F8FAFC"/>
                </a:solidFill>
                <a:latin typeface="Arial"/>
                <a:ea typeface="Arial"/>
                <a:cs typeface="Arial"/>
              </a:defRPr>
            </a:lvl9pPr>
          </a:lstStyle>
          <a:p xmlns:a="http://schemas.openxmlformats.org/drawingml/2006/main">
            <a:pPr algn="ctr">
              <a:defRPr sz="3600" b="1">
                <a:solidFill>
                  <a:srgbClr val="F8FAFC"/>
                </a:solidFill>
                <a:latin typeface="Arial"/>
                <a:ea typeface="Arial"/>
                <a:cs typeface="Arial"/>
              </a:defRPr>
            </a:pPr>
            <a:r>
              <a:rPr sz="3600" b="1">
                <a:solidFill>
                  <a:srgbClr val="F8FAFC"/>
                </a:solidFill>
                <a:latin typeface="Arial"/>
                <a:ea typeface="Arial"/>
                <a:cs typeface="Arial"/>
              </a:rPr>
              <a:t>Your next teammate could be right here.</a:t>
            </a:r>
          </a:p>
        </p:txBody>
      </p:sp>
    </p:spTree>
    <p:extLst>
      <p:ext uri="{BB962C8B-B14F-4D97-AF65-F5344CB8AC3E}">
        <p14:creationId xmlns:p14="http://schemas.microsoft.com/office/powerpoint/2010/main" val="2036836266"/>
      </p:ext>
    </p:extLst>
  </p:cSld>
  <p:transition advClick="1" advTm="4000"/>
  <p:timing>
    <p:tnLst>
      <p:par>
        <p:cTn id="1" dur="indefinite" restart="never" nodeType="tmRoot">
          <p:childTnLst>
            <p:video>
              <p:cMediaNode vol="0">
                <p:cTn id="2" fill="hold" display="0">
                  <p:stCondLst>
                    <p:cond delay="0"/>
                  </p:stCondLst>
                </p:cTn>
                <p:tgtEl>
                  <p:spTgt spid="3"/>
                </p:tgtEl>
              </p:cMediaNode>
            </p:video>
          </p:childTnLst>
        </p:cTn>
      </p:par>
    </p:tnLst>
  </p:timing>
</p:sld>
</file>

<file path=ppt/slides/slide2.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pic>
        <p:nvPicPr>
          <p:cNvPr id="3" name="Embedded travolta-keyed.mp4">
            <ns0:hlinkClick xmlns:ns0="http://schemas.openxmlformats.org/drawingml/2006/main" xmlns:ns1="http://schemas.openxmlformats.org/officeDocument/2006/relationships" ns1:id="" action="ppaction://media"/>
            <a:extLst xmlns:a="http://schemas.openxmlformats.org/drawingml/2006/main">
              <a:ext uri="{FF2B5EF4-FFF2-40B4-BE49-F238E27FC236}">
                <a16:creationId xmlns:a16="http://schemas.microsoft.com/office/drawing/2014/main" id="{A667019F-0690-4C2A-993D-E4ACFE4D0FCD}"/>
              </a:ext>
            </a:extLst>
          </p:cNvPr>
          <p:cNvPicPr>
            <a:picLocks xmlns:a="http://schemas.openxmlformats.org/drawingml/2006/main" noChangeAspect="1"/>
          </p:cNvPicPr>
          <p:nvPr>
            <ns0:videoFile xmlns:ns0="http://schemas.openxmlformats.org/drawingml/2006/main" xmlns:ns1="http://schemas.openxmlformats.org/officeDocument/2006/relationships" ns1:link="rIdBumpVideo"/>
            <p:extLst>
              <p:ext uri="{DAA4B4D4-6D71-4841-9C94-3DE7FCFB9230}">
                <ns0:media xmlns:ns0="http://schemas.microsoft.com/office/powerpoint/2010/main" xmlns:ns1="http://schemas.openxmlformats.org/officeDocument/2006/relationships" ns1:embed="rIdBumpMedia"/>
              </p:ext>
            </p:extLst>
          </p:nvPr>
        </p:nvPicPr>
        <p:blipFill>
          <a:blip xmlns:r="http://schemas.openxmlformats.org/officeDocument/2006/relationships" xmlns:a="http://schemas.openxmlformats.org/drawingml/2006/main" r:embed="Rbf79b4eba3534fa1"/>
          <a:stretch xmlns:a="http://schemas.openxmlformats.org/drawingml/2006/main"/>
        </p:blipFill>
        <p:spPr>
          <a:xfrm xmlns:a="http://schemas.openxmlformats.org/drawingml/2006/main">
            <a:off x="0" y="0"/>
            <a:ext cx="12192000" cy="5334000"/>
          </a:xfrm>
          <a:prstGeom xmlns:a="http://schemas.openxmlformats.org/drawingml/2006/main" prst="rect">
            <a:avLst/>
          </a:prstGeom>
        </p:spPr>
      </p:pic>
      <p:sp>
        <p:nvSpPr>
          <p:cNvPr id="2" name="caption">
            <a:extLst xmlns:a="http://schemas.openxmlformats.org/drawingml/2006/main">
              <a:ext uri="{FF2B5EF4-FFF2-40B4-BE49-F238E27FC236}">
                <a16:creationId xmlns:a16="http://schemas.microsoft.com/office/drawing/2014/main" id="{0EFD9159-27ED-44B3-98A0-F0BE2636ABEE}"/>
              </a:ext>
            </a:extLst>
          </p:cNvPr>
          <p:cNvSpPr>
            <a:spLocks xmlns:a="http://schemas.openxmlformats.org/drawingml/2006/main" noGrp="1"/>
          </p:cNvSpPr>
          <p:nvPr/>
        </p:nvSpPr>
        <p:spPr>
          <a:xfrm xmlns:a="http://schemas.openxmlformats.org/drawingml/2006/main">
            <a:off x="685800" y="550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1">
                <a:solidFill>
                  <a:srgbClr val="F8FAFC"/>
                </a:solidFill>
                <a:latin typeface="Arial"/>
                <a:ea typeface="Arial"/>
                <a:cs typeface="Arial"/>
              </a:defRPr>
            </a:defPPr>
            <a:lvl1pPr algn="ctr">
              <a:defRPr sz="3600" b="1">
                <a:solidFill>
                  <a:srgbClr val="F8FAFC"/>
                </a:solidFill>
                <a:latin typeface="Arial"/>
                <a:ea typeface="Arial"/>
                <a:cs typeface="Arial"/>
              </a:defRPr>
            </a:lvl1pPr>
            <a:lvl2pPr algn="ctr">
              <a:defRPr sz="3600" b="1">
                <a:solidFill>
                  <a:srgbClr val="F8FAFC"/>
                </a:solidFill>
                <a:latin typeface="Arial"/>
                <a:ea typeface="Arial"/>
                <a:cs typeface="Arial"/>
              </a:defRPr>
            </a:lvl2pPr>
            <a:lvl3pPr algn="ctr">
              <a:defRPr sz="3600" b="1">
                <a:solidFill>
                  <a:srgbClr val="F8FAFC"/>
                </a:solidFill>
                <a:latin typeface="Arial"/>
                <a:ea typeface="Arial"/>
                <a:cs typeface="Arial"/>
              </a:defRPr>
            </a:lvl3pPr>
            <a:lvl4pPr algn="ctr">
              <a:defRPr sz="3600" b="1">
                <a:solidFill>
                  <a:srgbClr val="F8FAFC"/>
                </a:solidFill>
                <a:latin typeface="Arial"/>
                <a:ea typeface="Arial"/>
                <a:cs typeface="Arial"/>
              </a:defRPr>
            </a:lvl4pPr>
            <a:lvl5pPr algn="ctr">
              <a:defRPr sz="3600" b="1">
                <a:solidFill>
                  <a:srgbClr val="F8FAFC"/>
                </a:solidFill>
                <a:latin typeface="Arial"/>
                <a:ea typeface="Arial"/>
                <a:cs typeface="Arial"/>
              </a:defRPr>
            </a:lvl5pPr>
            <a:lvl6pPr algn="ctr">
              <a:defRPr sz="3600" b="1">
                <a:solidFill>
                  <a:srgbClr val="F8FAFC"/>
                </a:solidFill>
                <a:latin typeface="Arial"/>
                <a:ea typeface="Arial"/>
                <a:cs typeface="Arial"/>
              </a:defRPr>
            </a:lvl6pPr>
            <a:lvl7pPr algn="ctr">
              <a:defRPr sz="3600" b="1">
                <a:solidFill>
                  <a:srgbClr val="F8FAFC"/>
                </a:solidFill>
                <a:latin typeface="Arial"/>
                <a:ea typeface="Arial"/>
                <a:cs typeface="Arial"/>
              </a:defRPr>
            </a:lvl7pPr>
            <a:lvl8pPr algn="ctr">
              <a:defRPr sz="3600" b="1">
                <a:solidFill>
                  <a:srgbClr val="F8FAFC"/>
                </a:solidFill>
                <a:latin typeface="Arial"/>
                <a:ea typeface="Arial"/>
                <a:cs typeface="Arial"/>
              </a:defRPr>
            </a:lvl8pPr>
            <a:lvl9pPr algn="ctr">
              <a:defRPr sz="3600" b="1">
                <a:solidFill>
                  <a:srgbClr val="F8FAFC"/>
                </a:solidFill>
                <a:latin typeface="Arial"/>
                <a:ea typeface="Arial"/>
                <a:cs typeface="Arial"/>
              </a:defRPr>
            </a:lvl9pPr>
          </a:lstStyle>
          <a:p xmlns:a="http://schemas.openxmlformats.org/drawingml/2006/main">
            <a:pPr algn="ctr">
              <a:defRPr sz="3600" b="1">
                <a:solidFill>
                  <a:srgbClr val="F8FAFC"/>
                </a:solidFill>
                <a:latin typeface="Arial"/>
                <a:ea typeface="Arial"/>
                <a:cs typeface="Arial"/>
              </a:defRPr>
            </a:pPr>
            <a:r>
              <a:rPr sz="3600" b="1">
                <a:solidFill>
                  <a:srgbClr val="F8FAFC"/>
                </a:solidFill>
                <a:latin typeface="Arial"/>
                <a:ea typeface="Arial"/>
                <a:cs typeface="Arial"/>
              </a:rPr>
              <a:t>Me trying to find the AI agent builders.</a:t>
            </a:r>
          </a:p>
        </p:txBody>
      </p:sp>
    </p:spTree>
    <p:extLst>
      <p:ext uri="{BB962C8B-B14F-4D97-AF65-F5344CB8AC3E}">
        <p14:creationId xmlns:p14="http://schemas.microsoft.com/office/powerpoint/2010/main" val="1944786346"/>
      </p:ext>
    </p:extLst>
  </p:cSld>
  <p:transition advClick="1" advTm="3000"/>
  <p:timing>
    <p:tnLst>
      <p:par>
        <p:cTn id="1" dur="indefinite" restart="never" nodeType="tmRoot">
          <p:childTnLst>
            <p:video>
              <p:cMediaNode vol="0">
                <p:cTn id="2" fill="hold" display="0">
                  <p:stCondLst>
                    <p:cond delay="0"/>
                  </p:stCondLst>
                </p:cTn>
                <p:tgtEl>
                  <p:spTgt spid="3"/>
                </p:tgtEl>
              </p:cMediaNode>
            </p:video>
          </p:childTnLst>
        </p:cTn>
      </p:par>
    </p:tnLst>
  </p:timing>
</p:sld>
</file>

<file path=ppt/slides/slide3.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2468C0-C063-41C5-8021-C648D9F76625}"/>
              </a:ext>
            </a:extLst>
          </p:cNvPr>
          <p:cNvSpPr>
            <a:spLocks xmlns:a="http://schemas.openxmlformats.org/drawingml/2006/main" noGrp="1"/>
          </p:cNvSpPr>
          <p:nvPr/>
        </p:nvSpPr>
        <p:spPr>
          <a:xfrm xmlns:a="http://schemas.openxmlformats.org/drawingml/2006/main">
            <a:off x="685800" y="14287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650" b="1">
                <a:solidFill>
                  <a:srgbClr val="00B4F0"/>
                </a:solidFill>
                <a:latin typeface="Arial"/>
                <a:ea typeface="Arial"/>
                <a:cs typeface="Arial"/>
              </a:defRPr>
            </a:defPPr>
            <a:lvl1pPr algn="l">
              <a:defRPr sz="10650" b="1">
                <a:solidFill>
                  <a:srgbClr val="00B4F0"/>
                </a:solidFill>
                <a:latin typeface="Arial"/>
                <a:ea typeface="Arial"/>
                <a:cs typeface="Arial"/>
              </a:defRPr>
            </a:lvl1pPr>
            <a:lvl2pPr algn="l">
              <a:defRPr sz="10650" b="1">
                <a:solidFill>
                  <a:srgbClr val="00B4F0"/>
                </a:solidFill>
                <a:latin typeface="Arial"/>
                <a:ea typeface="Arial"/>
                <a:cs typeface="Arial"/>
              </a:defRPr>
            </a:lvl2pPr>
            <a:lvl3pPr algn="l">
              <a:defRPr sz="10650" b="1">
                <a:solidFill>
                  <a:srgbClr val="00B4F0"/>
                </a:solidFill>
                <a:latin typeface="Arial"/>
                <a:ea typeface="Arial"/>
                <a:cs typeface="Arial"/>
              </a:defRPr>
            </a:lvl3pPr>
            <a:lvl4pPr algn="l">
              <a:defRPr sz="10650" b="1">
                <a:solidFill>
                  <a:srgbClr val="00B4F0"/>
                </a:solidFill>
                <a:latin typeface="Arial"/>
                <a:ea typeface="Arial"/>
                <a:cs typeface="Arial"/>
              </a:defRPr>
            </a:lvl4pPr>
            <a:lvl5pPr algn="l">
              <a:defRPr sz="10650" b="1">
                <a:solidFill>
                  <a:srgbClr val="00B4F0"/>
                </a:solidFill>
                <a:latin typeface="Arial"/>
                <a:ea typeface="Arial"/>
                <a:cs typeface="Arial"/>
              </a:defRPr>
            </a:lvl5pPr>
            <a:lvl6pPr algn="l">
              <a:defRPr sz="10650" b="1">
                <a:solidFill>
                  <a:srgbClr val="00B4F0"/>
                </a:solidFill>
                <a:latin typeface="Arial"/>
                <a:ea typeface="Arial"/>
                <a:cs typeface="Arial"/>
              </a:defRPr>
            </a:lvl6pPr>
            <a:lvl7pPr algn="l">
              <a:defRPr sz="10650" b="1">
                <a:solidFill>
                  <a:srgbClr val="00B4F0"/>
                </a:solidFill>
                <a:latin typeface="Arial"/>
                <a:ea typeface="Arial"/>
                <a:cs typeface="Arial"/>
              </a:defRPr>
            </a:lvl7pPr>
            <a:lvl8pPr algn="l">
              <a:defRPr sz="10650" b="1">
                <a:solidFill>
                  <a:srgbClr val="00B4F0"/>
                </a:solidFill>
                <a:latin typeface="Arial"/>
                <a:ea typeface="Arial"/>
                <a:cs typeface="Arial"/>
              </a:defRPr>
            </a:lvl8pPr>
            <a:lvl9pPr algn="l">
              <a:defRPr sz="10650" b="1">
                <a:solidFill>
                  <a:srgbClr val="00B4F0"/>
                </a:solidFill>
                <a:latin typeface="Arial"/>
                <a:ea typeface="Arial"/>
                <a:cs typeface="Arial"/>
              </a:defRPr>
            </a:lvl9pPr>
          </a:lstStyle>
          <a:p xmlns:a="http://schemas.openxmlformats.org/drawingml/2006/main">
            <a:pPr algn="l">
              <a:defRPr sz="10650" b="1">
                <a:solidFill>
                  <a:srgbClr val="00B4F0"/>
                </a:solidFill>
                <a:latin typeface="Arial"/>
                <a:ea typeface="Arial"/>
                <a:cs typeface="Arial"/>
              </a:defRPr>
            </a:pPr>
            <a:r>
              <a:rPr sz="10650" b="1">
                <a:solidFill>
                  <a:srgbClr val="00B4F0"/>
                </a:solidFill>
                <a:latin typeface="Arial"/>
                <a:ea typeface="Arial"/>
                <a:cs typeface="Arial"/>
              </a:rPr>
              <a:t>BumpIn</a:t>
            </a:r>
          </a:p>
        </p:txBody>
      </p:sp>
      <p:sp>
        <p:nvSpPr>
          <p:cNvPr id="2" name="tagline">
            <a:extLst xmlns:a="http://schemas.openxmlformats.org/drawingml/2006/main">
              <a:ext uri="{FF2B5EF4-FFF2-40B4-BE49-F238E27FC236}">
                <a16:creationId xmlns:a16="http://schemas.microsoft.com/office/drawing/2014/main" id="{584FC2FC-B02D-4A01-A0EB-C555DF130A59}"/>
              </a:ext>
            </a:extLst>
          </p:cNvPr>
          <p:cNvSpPr>
            <a:spLocks xmlns:a="http://schemas.openxmlformats.org/drawingml/2006/main" noGrp="1"/>
          </p:cNvSpPr>
          <p:nvPr/>
        </p:nvSpPr>
        <p:spPr>
          <a:xfrm xmlns:a="http://schemas.openxmlformats.org/drawingml/2006/main">
            <a:off x="742950" y="3429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125" b="1">
                <a:solidFill>
                  <a:srgbClr val="F8FAFC"/>
                </a:solidFill>
                <a:latin typeface="Arial"/>
                <a:ea typeface="Arial"/>
                <a:cs typeface="Arial"/>
              </a:defRPr>
            </a:defPPr>
            <a:lvl1pPr algn="l">
              <a:defRPr sz="4125" b="1">
                <a:solidFill>
                  <a:srgbClr val="F8FAFC"/>
                </a:solidFill>
                <a:latin typeface="Arial"/>
                <a:ea typeface="Arial"/>
                <a:cs typeface="Arial"/>
              </a:defRPr>
            </a:lvl1pPr>
            <a:lvl2pPr algn="l">
              <a:defRPr sz="4125" b="1">
                <a:solidFill>
                  <a:srgbClr val="F8FAFC"/>
                </a:solidFill>
                <a:latin typeface="Arial"/>
                <a:ea typeface="Arial"/>
                <a:cs typeface="Arial"/>
              </a:defRPr>
            </a:lvl2pPr>
            <a:lvl3pPr algn="l">
              <a:defRPr sz="4125" b="1">
                <a:solidFill>
                  <a:srgbClr val="F8FAFC"/>
                </a:solidFill>
                <a:latin typeface="Arial"/>
                <a:ea typeface="Arial"/>
                <a:cs typeface="Arial"/>
              </a:defRPr>
            </a:lvl3pPr>
            <a:lvl4pPr algn="l">
              <a:defRPr sz="4125" b="1">
                <a:solidFill>
                  <a:srgbClr val="F8FAFC"/>
                </a:solidFill>
                <a:latin typeface="Arial"/>
                <a:ea typeface="Arial"/>
                <a:cs typeface="Arial"/>
              </a:defRPr>
            </a:lvl4pPr>
            <a:lvl5pPr algn="l">
              <a:defRPr sz="4125" b="1">
                <a:solidFill>
                  <a:srgbClr val="F8FAFC"/>
                </a:solidFill>
                <a:latin typeface="Arial"/>
                <a:ea typeface="Arial"/>
                <a:cs typeface="Arial"/>
              </a:defRPr>
            </a:lvl5pPr>
            <a:lvl6pPr algn="l">
              <a:defRPr sz="4125" b="1">
                <a:solidFill>
                  <a:srgbClr val="F8FAFC"/>
                </a:solidFill>
                <a:latin typeface="Arial"/>
                <a:ea typeface="Arial"/>
                <a:cs typeface="Arial"/>
              </a:defRPr>
            </a:lvl6pPr>
            <a:lvl7pPr algn="l">
              <a:defRPr sz="4125" b="1">
                <a:solidFill>
                  <a:srgbClr val="F8FAFC"/>
                </a:solidFill>
                <a:latin typeface="Arial"/>
                <a:ea typeface="Arial"/>
                <a:cs typeface="Arial"/>
              </a:defRPr>
            </a:lvl7pPr>
            <a:lvl8pPr algn="l">
              <a:defRPr sz="4125" b="1">
                <a:solidFill>
                  <a:srgbClr val="F8FAFC"/>
                </a:solidFill>
                <a:latin typeface="Arial"/>
                <a:ea typeface="Arial"/>
                <a:cs typeface="Arial"/>
              </a:defRPr>
            </a:lvl8pPr>
            <a:lvl9pPr algn="l">
              <a:defRPr sz="4125" b="1">
                <a:solidFill>
                  <a:srgbClr val="F8FAFC"/>
                </a:solidFill>
                <a:latin typeface="Arial"/>
                <a:ea typeface="Arial"/>
                <a:cs typeface="Arial"/>
              </a:defRPr>
            </a:lvl9pPr>
          </a:lstStyle>
          <a:p xmlns:a="http://schemas.openxmlformats.org/drawingml/2006/main">
            <a:pPr algn="l">
              <a:defRPr sz="4125" b="1">
                <a:solidFill>
                  <a:srgbClr val="F8FAFC"/>
                </a:solidFill>
                <a:latin typeface="Arial"/>
                <a:ea typeface="Arial"/>
                <a:cs typeface="Arial"/>
              </a:defRPr>
            </a:pPr>
            <a:r>
              <a:rPr sz="4125" b="1">
                <a:solidFill>
                  <a:srgbClr val="F8FAFC"/>
                </a:solidFill>
                <a:latin typeface="Arial"/>
                <a:ea typeface="Arial"/>
                <a:cs typeface="Arial"/>
              </a:rPr>
              <a:t>Your people are already here.</a:t>
            </a:r>
          </a:p>
        </p:txBody>
      </p:sp>
      <p:sp>
        <p:nvSpPr>
          <p:cNvPr id="3" name="descriptor">
            <a:extLst xmlns:a="http://schemas.openxmlformats.org/drawingml/2006/main">
              <a:ext uri="{FF2B5EF4-FFF2-40B4-BE49-F238E27FC236}">
                <a16:creationId xmlns:a16="http://schemas.microsoft.com/office/drawing/2014/main" id="{80143506-C34D-486F-B879-3CBC40FFC90E}"/>
              </a:ext>
            </a:extLst>
          </p:cNvPr>
          <p:cNvSpPr>
            <a:spLocks xmlns:a="http://schemas.openxmlformats.org/drawingml/2006/main" noGrp="1"/>
          </p:cNvSpPr>
          <p:nvPr/>
        </p:nvSpPr>
        <p:spPr>
          <a:xfrm xmlns:a="http://schemas.openxmlformats.org/drawingml/2006/main">
            <a:off x="762000" y="45720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94A3B8"/>
                </a:solidFill>
                <a:latin typeface="Arial"/>
                <a:ea typeface="Arial"/>
                <a:cs typeface="Arial"/>
              </a:defRPr>
            </a:defPPr>
            <a:lvl1pPr algn="l">
              <a:defRPr sz="2550" b="0">
                <a:solidFill>
                  <a:srgbClr val="94A3B8"/>
                </a:solidFill>
                <a:latin typeface="Arial"/>
                <a:ea typeface="Arial"/>
                <a:cs typeface="Arial"/>
              </a:defRPr>
            </a:lvl1pPr>
            <a:lvl2pPr algn="l">
              <a:defRPr sz="2550" b="0">
                <a:solidFill>
                  <a:srgbClr val="94A3B8"/>
                </a:solidFill>
                <a:latin typeface="Arial"/>
                <a:ea typeface="Arial"/>
                <a:cs typeface="Arial"/>
              </a:defRPr>
            </a:lvl2pPr>
            <a:lvl3pPr algn="l">
              <a:defRPr sz="2550" b="0">
                <a:solidFill>
                  <a:srgbClr val="94A3B8"/>
                </a:solidFill>
                <a:latin typeface="Arial"/>
                <a:ea typeface="Arial"/>
                <a:cs typeface="Arial"/>
              </a:defRPr>
            </a:lvl3pPr>
            <a:lvl4pPr algn="l">
              <a:defRPr sz="2550" b="0">
                <a:solidFill>
                  <a:srgbClr val="94A3B8"/>
                </a:solidFill>
                <a:latin typeface="Arial"/>
                <a:ea typeface="Arial"/>
                <a:cs typeface="Arial"/>
              </a:defRPr>
            </a:lvl4pPr>
            <a:lvl5pPr algn="l">
              <a:defRPr sz="2550" b="0">
                <a:solidFill>
                  <a:srgbClr val="94A3B8"/>
                </a:solidFill>
                <a:latin typeface="Arial"/>
                <a:ea typeface="Arial"/>
                <a:cs typeface="Arial"/>
              </a:defRPr>
            </a:lvl5pPr>
            <a:lvl6pPr algn="l">
              <a:defRPr sz="2550" b="0">
                <a:solidFill>
                  <a:srgbClr val="94A3B8"/>
                </a:solidFill>
                <a:latin typeface="Arial"/>
                <a:ea typeface="Arial"/>
                <a:cs typeface="Arial"/>
              </a:defRPr>
            </a:lvl6pPr>
            <a:lvl7pPr algn="l">
              <a:defRPr sz="2550" b="0">
                <a:solidFill>
                  <a:srgbClr val="94A3B8"/>
                </a:solidFill>
                <a:latin typeface="Arial"/>
                <a:ea typeface="Arial"/>
                <a:cs typeface="Arial"/>
              </a:defRPr>
            </a:lvl7pPr>
            <a:lvl8pPr algn="l">
              <a:defRPr sz="2550" b="0">
                <a:solidFill>
                  <a:srgbClr val="94A3B8"/>
                </a:solidFill>
                <a:latin typeface="Arial"/>
                <a:ea typeface="Arial"/>
                <a:cs typeface="Arial"/>
              </a:defRPr>
            </a:lvl8pPr>
            <a:lvl9pPr algn="l">
              <a:defRPr sz="2550" b="0">
                <a:solidFill>
                  <a:srgbClr val="94A3B8"/>
                </a:solidFill>
                <a:latin typeface="Arial"/>
                <a:ea typeface="Arial"/>
                <a:cs typeface="Arial"/>
              </a:defRPr>
            </a:lvl9pPr>
          </a:lstStyle>
          <a:p xmlns:a="http://schemas.openxmlformats.org/drawingml/2006/main">
            <a:pPr algn="l">
              <a:defRPr sz="2550" b="0">
                <a:solidFill>
                  <a:srgbClr val="94A3B8"/>
                </a:solidFill>
                <a:latin typeface="Arial"/>
                <a:ea typeface="Arial"/>
                <a:cs typeface="Arial"/>
              </a:defRPr>
            </a:pPr>
            <a:r>
              <a:rPr sz="2550" b="0">
                <a:solidFill>
                  <a:srgbClr val="94A3B8"/>
                </a:solidFill>
                <a:latin typeface="Arial"/>
                <a:ea typeface="Arial"/>
                <a:cs typeface="Arial"/>
              </a:rPr>
              <a:t>Make the introduction.</a:t>
            </a:r>
          </a:p>
        </p:txBody>
      </p:sp>
    </p:spTree>
    <p:extLst>
      <p:ext uri="{BB962C8B-B14F-4D97-AF65-F5344CB8AC3E}">
        <p14:creationId xmlns:p14="http://schemas.microsoft.com/office/powerpoint/2010/main" val="1314936615"/>
      </p:ext>
    </p:extLst>
  </p:cSld>
</p:sld>
</file>

<file path=ppt/slides/slide4.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C7335E17-6A4C-46AB-9A05-6AB1C0AD1194}"/>
              </a:ext>
            </a:extLst>
          </p:cNvPr>
          <p:cNvSpPr>
            <a:spLocks xmlns:a="http://schemas.openxmlformats.org/drawingml/2006/main" noGrp="1"/>
          </p:cNvSpPr>
          <p:nvPr/>
        </p:nvSpPr>
        <p:spPr>
          <a:xfrm xmlns:a="http://schemas.openxmlformats.org/drawingml/2006/main">
            <a:off x="685800" y="4191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0B4F0"/>
                </a:solidFill>
                <a:latin typeface="Arial"/>
                <a:ea typeface="Arial"/>
                <a:cs typeface="Arial"/>
              </a:defRPr>
            </a:defPPr>
            <a:lvl1pPr algn="l">
              <a:defRPr sz="2025" b="1">
                <a:solidFill>
                  <a:srgbClr val="00B4F0"/>
                </a:solidFill>
                <a:latin typeface="Arial"/>
                <a:ea typeface="Arial"/>
                <a:cs typeface="Arial"/>
              </a:defRPr>
            </a:lvl1pPr>
            <a:lvl2pPr algn="l">
              <a:defRPr sz="2025" b="1">
                <a:solidFill>
                  <a:srgbClr val="00B4F0"/>
                </a:solidFill>
                <a:latin typeface="Arial"/>
                <a:ea typeface="Arial"/>
                <a:cs typeface="Arial"/>
              </a:defRPr>
            </a:lvl2pPr>
            <a:lvl3pPr algn="l">
              <a:defRPr sz="2025" b="1">
                <a:solidFill>
                  <a:srgbClr val="00B4F0"/>
                </a:solidFill>
                <a:latin typeface="Arial"/>
                <a:ea typeface="Arial"/>
                <a:cs typeface="Arial"/>
              </a:defRPr>
            </a:lvl3pPr>
            <a:lvl4pPr algn="l">
              <a:defRPr sz="2025" b="1">
                <a:solidFill>
                  <a:srgbClr val="00B4F0"/>
                </a:solidFill>
                <a:latin typeface="Arial"/>
                <a:ea typeface="Arial"/>
                <a:cs typeface="Arial"/>
              </a:defRPr>
            </a:lvl4pPr>
            <a:lvl5pPr algn="l">
              <a:defRPr sz="2025" b="1">
                <a:solidFill>
                  <a:srgbClr val="00B4F0"/>
                </a:solidFill>
                <a:latin typeface="Arial"/>
                <a:ea typeface="Arial"/>
                <a:cs typeface="Arial"/>
              </a:defRPr>
            </a:lvl5pPr>
            <a:lvl6pPr algn="l">
              <a:defRPr sz="2025" b="1">
                <a:solidFill>
                  <a:srgbClr val="00B4F0"/>
                </a:solidFill>
                <a:latin typeface="Arial"/>
                <a:ea typeface="Arial"/>
                <a:cs typeface="Arial"/>
              </a:defRPr>
            </a:lvl6pPr>
            <a:lvl7pPr algn="l">
              <a:defRPr sz="2025" b="1">
                <a:solidFill>
                  <a:srgbClr val="00B4F0"/>
                </a:solidFill>
                <a:latin typeface="Arial"/>
                <a:ea typeface="Arial"/>
                <a:cs typeface="Arial"/>
              </a:defRPr>
            </a:lvl7pPr>
            <a:lvl8pPr algn="l">
              <a:defRPr sz="2025" b="1">
                <a:solidFill>
                  <a:srgbClr val="00B4F0"/>
                </a:solidFill>
                <a:latin typeface="Arial"/>
                <a:ea typeface="Arial"/>
                <a:cs typeface="Arial"/>
              </a:defRPr>
            </a:lvl8pPr>
            <a:lvl9pPr algn="l">
              <a:defRPr sz="2025" b="1">
                <a:solidFill>
                  <a:srgbClr val="00B4F0"/>
                </a:solidFill>
                <a:latin typeface="Arial"/>
                <a:ea typeface="Arial"/>
                <a:cs typeface="Arial"/>
              </a:defRPr>
            </a:lvl9pPr>
          </a:lstStyle>
          <a:p xmlns:a="http://schemas.openxmlformats.org/drawingml/2006/main">
            <a:pPr algn="l">
              <a:defRPr sz="2025" b="1">
                <a:solidFill>
                  <a:srgbClr val="00B4F0"/>
                </a:solidFill>
                <a:latin typeface="Arial"/>
                <a:ea typeface="Arial"/>
                <a:cs typeface="Arial"/>
              </a:defRPr>
            </a:pPr>
            <a:r>
              <a:rPr sz="2025" b="1">
                <a:solidFill>
                  <a:srgbClr val="00B4F0"/>
                </a:solidFill>
                <a:latin typeface="Arial"/>
                <a:ea typeface="Arial"/>
                <a:cs typeface="Arial"/>
              </a:rPr>
              <a:t>BumpIn</a:t>
            </a:r>
          </a:p>
        </p:txBody>
      </p:sp>
      <p:sp>
        <p:nvSpPr>
          <p:cNvPr id="2" name="headline">
            <a:extLst xmlns:a="http://schemas.openxmlformats.org/drawingml/2006/main">
              <a:ext uri="{FF2B5EF4-FFF2-40B4-BE49-F238E27FC236}">
                <a16:creationId xmlns:a16="http://schemas.microsoft.com/office/drawing/2014/main" id="{DBAA9D8A-BB1C-454D-89A8-3A03F553020A}"/>
              </a:ext>
            </a:extLst>
          </p:cNvPr>
          <p:cNvSpPr>
            <a:spLocks xmlns:a="http://schemas.openxmlformats.org/drawingml/2006/main" noGrp="1"/>
          </p:cNvSpPr>
          <p:nvPr/>
        </p:nvSpPr>
        <p:spPr>
          <a:xfrm xmlns:a="http://schemas.openxmlformats.org/drawingml/2006/main">
            <a:off x="685800" y="1714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00" b="1">
                <a:solidFill>
                  <a:srgbClr val="F8FAFC"/>
                </a:solidFill>
                <a:latin typeface="Arial"/>
                <a:ea typeface="Arial"/>
                <a:cs typeface="Arial"/>
              </a:defRPr>
            </a:defPPr>
            <a:lvl1pPr algn="l">
              <a:defRPr sz="5700" b="1">
                <a:solidFill>
                  <a:srgbClr val="F8FAFC"/>
                </a:solidFill>
                <a:latin typeface="Arial"/>
                <a:ea typeface="Arial"/>
                <a:cs typeface="Arial"/>
              </a:defRPr>
            </a:lvl1pPr>
            <a:lvl2pPr algn="l">
              <a:defRPr sz="5700" b="1">
                <a:solidFill>
                  <a:srgbClr val="F8FAFC"/>
                </a:solidFill>
                <a:latin typeface="Arial"/>
                <a:ea typeface="Arial"/>
                <a:cs typeface="Arial"/>
              </a:defRPr>
            </a:lvl2pPr>
            <a:lvl3pPr algn="l">
              <a:defRPr sz="5700" b="1">
                <a:solidFill>
                  <a:srgbClr val="F8FAFC"/>
                </a:solidFill>
                <a:latin typeface="Arial"/>
                <a:ea typeface="Arial"/>
                <a:cs typeface="Arial"/>
              </a:defRPr>
            </a:lvl3pPr>
            <a:lvl4pPr algn="l">
              <a:defRPr sz="5700" b="1">
                <a:solidFill>
                  <a:srgbClr val="F8FAFC"/>
                </a:solidFill>
                <a:latin typeface="Arial"/>
                <a:ea typeface="Arial"/>
                <a:cs typeface="Arial"/>
              </a:defRPr>
            </a:lvl4pPr>
            <a:lvl5pPr algn="l">
              <a:defRPr sz="5700" b="1">
                <a:solidFill>
                  <a:srgbClr val="F8FAFC"/>
                </a:solidFill>
                <a:latin typeface="Arial"/>
                <a:ea typeface="Arial"/>
                <a:cs typeface="Arial"/>
              </a:defRPr>
            </a:lvl5pPr>
            <a:lvl6pPr algn="l">
              <a:defRPr sz="5700" b="1">
                <a:solidFill>
                  <a:srgbClr val="F8FAFC"/>
                </a:solidFill>
                <a:latin typeface="Arial"/>
                <a:ea typeface="Arial"/>
                <a:cs typeface="Arial"/>
              </a:defRPr>
            </a:lvl6pPr>
            <a:lvl7pPr algn="l">
              <a:defRPr sz="5700" b="1">
                <a:solidFill>
                  <a:srgbClr val="F8FAFC"/>
                </a:solidFill>
                <a:latin typeface="Arial"/>
                <a:ea typeface="Arial"/>
                <a:cs typeface="Arial"/>
              </a:defRPr>
            </a:lvl7pPr>
            <a:lvl8pPr algn="l">
              <a:defRPr sz="5700" b="1">
                <a:solidFill>
                  <a:srgbClr val="F8FAFC"/>
                </a:solidFill>
                <a:latin typeface="Arial"/>
                <a:ea typeface="Arial"/>
                <a:cs typeface="Arial"/>
              </a:defRPr>
            </a:lvl8pPr>
            <a:lvl9pPr algn="l">
              <a:defRPr sz="5700" b="1">
                <a:solidFill>
                  <a:srgbClr val="F8FAFC"/>
                </a:solidFill>
                <a:latin typeface="Arial"/>
                <a:ea typeface="Arial"/>
                <a:cs typeface="Arial"/>
              </a:defRPr>
            </a:lvl9pPr>
          </a:lstStyle>
          <a:p xmlns:a="http://schemas.openxmlformats.org/drawingml/2006/main">
            <a:pPr algn="l">
              <a:defRPr sz="5700" b="1">
                <a:solidFill>
                  <a:srgbClr val="F8FAFC"/>
                </a:solidFill>
                <a:latin typeface="Arial"/>
                <a:ea typeface="Arial"/>
                <a:cs typeface="Arial"/>
              </a:defRPr>
            </a:pPr>
            <a:r>
              <a:rPr sz="5700" b="1">
                <a:solidFill>
                  <a:srgbClr val="F8FAFC"/>
                </a:solidFill>
                <a:latin typeface="Arial"/>
                <a:ea typeface="Arial"/>
                <a:cs typeface="Arial"/>
              </a:rPr>
              <a:t>Scan once.</a:t>
            </a:r>
          </a:p>
        </p:txBody>
      </p:sp>
      <p:sp>
        <p:nvSpPr>
          <p:cNvPr id="3" name="headline2">
            <a:extLst xmlns:a="http://schemas.openxmlformats.org/drawingml/2006/main">
              <a:ext uri="{FF2B5EF4-FFF2-40B4-BE49-F238E27FC236}">
                <a16:creationId xmlns:a16="http://schemas.microsoft.com/office/drawing/2014/main" id="{79684375-3D01-4BC7-8C17-80BB2232296F}"/>
              </a:ext>
            </a:extLst>
          </p:cNvPr>
          <p:cNvSpPr>
            <a:spLocks xmlns:a="http://schemas.openxmlformats.org/drawingml/2006/main" noGrp="1"/>
          </p:cNvSpPr>
          <p:nvPr/>
        </p:nvSpPr>
        <p:spPr>
          <a:xfrm xmlns:a="http://schemas.openxmlformats.org/drawingml/2006/main">
            <a:off x="685800" y="2714625"/>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1">
                <a:solidFill>
                  <a:srgbClr val="F8FAFC"/>
                </a:solidFill>
                <a:latin typeface="Arial"/>
                <a:ea typeface="Arial"/>
                <a:cs typeface="Arial"/>
              </a:defRPr>
            </a:defPPr>
            <a:lvl1pPr algn="l">
              <a:defRPr sz="5250" b="1">
                <a:solidFill>
                  <a:srgbClr val="F8FAFC"/>
                </a:solidFill>
                <a:latin typeface="Arial"/>
                <a:ea typeface="Arial"/>
                <a:cs typeface="Arial"/>
              </a:defRPr>
            </a:lvl1pPr>
            <a:lvl2pPr algn="l">
              <a:defRPr sz="5250" b="1">
                <a:solidFill>
                  <a:srgbClr val="F8FAFC"/>
                </a:solidFill>
                <a:latin typeface="Arial"/>
                <a:ea typeface="Arial"/>
                <a:cs typeface="Arial"/>
              </a:defRPr>
            </a:lvl2pPr>
            <a:lvl3pPr algn="l">
              <a:defRPr sz="5250" b="1">
                <a:solidFill>
                  <a:srgbClr val="F8FAFC"/>
                </a:solidFill>
                <a:latin typeface="Arial"/>
                <a:ea typeface="Arial"/>
                <a:cs typeface="Arial"/>
              </a:defRPr>
            </a:lvl3pPr>
            <a:lvl4pPr algn="l">
              <a:defRPr sz="5250" b="1">
                <a:solidFill>
                  <a:srgbClr val="F8FAFC"/>
                </a:solidFill>
                <a:latin typeface="Arial"/>
                <a:ea typeface="Arial"/>
                <a:cs typeface="Arial"/>
              </a:defRPr>
            </a:lvl4pPr>
            <a:lvl5pPr algn="l">
              <a:defRPr sz="5250" b="1">
                <a:solidFill>
                  <a:srgbClr val="F8FAFC"/>
                </a:solidFill>
                <a:latin typeface="Arial"/>
                <a:ea typeface="Arial"/>
                <a:cs typeface="Arial"/>
              </a:defRPr>
            </a:lvl5pPr>
            <a:lvl6pPr algn="l">
              <a:defRPr sz="5250" b="1">
                <a:solidFill>
                  <a:srgbClr val="F8FAFC"/>
                </a:solidFill>
                <a:latin typeface="Arial"/>
                <a:ea typeface="Arial"/>
                <a:cs typeface="Arial"/>
              </a:defRPr>
            </a:lvl6pPr>
            <a:lvl7pPr algn="l">
              <a:defRPr sz="5250" b="1">
                <a:solidFill>
                  <a:srgbClr val="F8FAFC"/>
                </a:solidFill>
                <a:latin typeface="Arial"/>
                <a:ea typeface="Arial"/>
                <a:cs typeface="Arial"/>
              </a:defRPr>
            </a:lvl7pPr>
            <a:lvl8pPr algn="l">
              <a:defRPr sz="5250" b="1">
                <a:solidFill>
                  <a:srgbClr val="F8FAFC"/>
                </a:solidFill>
                <a:latin typeface="Arial"/>
                <a:ea typeface="Arial"/>
                <a:cs typeface="Arial"/>
              </a:defRPr>
            </a:lvl8pPr>
            <a:lvl9pPr algn="l">
              <a:defRPr sz="5250" b="1">
                <a:solidFill>
                  <a:srgbClr val="F8FAFC"/>
                </a:solidFill>
                <a:latin typeface="Arial"/>
                <a:ea typeface="Arial"/>
                <a:cs typeface="Arial"/>
              </a:defRPr>
            </a:lvl9pPr>
          </a:lstStyle>
          <a:p xmlns:a="http://schemas.openxmlformats.org/drawingml/2006/main">
            <a:pPr algn="l">
              <a:defRPr sz="5250" b="1">
                <a:solidFill>
                  <a:srgbClr val="F8FAFC"/>
                </a:solidFill>
                <a:latin typeface="Arial"/>
                <a:ea typeface="Arial"/>
                <a:cs typeface="Arial"/>
              </a:defRPr>
            </a:pPr>
            <a:r>
              <a:rPr sz="5250" b="1">
                <a:solidFill>
                  <a:srgbClr val="F8FAFC"/>
                </a:solidFill>
                <a:latin typeface="Arial"/>
                <a:ea typeface="Arial"/>
                <a:cs typeface="Arial"/>
              </a:rPr>
              <a:t>Make the</a:t>
            </a:r>
          </a:p>
        </p:txBody>
      </p:sp>
      <p:sp>
        <p:nvSpPr>
          <p:cNvPr id="4" name="headline3">
            <a:extLst xmlns:a="http://schemas.openxmlformats.org/drawingml/2006/main">
              <a:ext uri="{FF2B5EF4-FFF2-40B4-BE49-F238E27FC236}">
                <a16:creationId xmlns:a16="http://schemas.microsoft.com/office/drawing/2014/main" id="{6375B0E4-A4EE-4646-B71E-C7F2D07BEAC2}"/>
              </a:ext>
            </a:extLst>
          </p:cNvPr>
          <p:cNvSpPr>
            <a:spLocks xmlns:a="http://schemas.openxmlformats.org/drawingml/2006/main" noGrp="1"/>
          </p:cNvSpPr>
          <p:nvPr/>
        </p:nvSpPr>
        <p:spPr>
          <a:xfrm xmlns:a="http://schemas.openxmlformats.org/drawingml/2006/main">
            <a:off x="685800" y="361950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1">
                <a:solidFill>
                  <a:srgbClr val="00B4F0"/>
                </a:solidFill>
                <a:latin typeface="Arial"/>
                <a:ea typeface="Arial"/>
                <a:cs typeface="Arial"/>
              </a:defRPr>
            </a:defPPr>
            <a:lvl1pPr algn="l">
              <a:defRPr sz="5250" b="1">
                <a:solidFill>
                  <a:srgbClr val="00B4F0"/>
                </a:solidFill>
                <a:latin typeface="Arial"/>
                <a:ea typeface="Arial"/>
                <a:cs typeface="Arial"/>
              </a:defRPr>
            </a:lvl1pPr>
            <a:lvl2pPr algn="l">
              <a:defRPr sz="5250" b="1">
                <a:solidFill>
                  <a:srgbClr val="00B4F0"/>
                </a:solidFill>
                <a:latin typeface="Arial"/>
                <a:ea typeface="Arial"/>
                <a:cs typeface="Arial"/>
              </a:defRPr>
            </a:lvl2pPr>
            <a:lvl3pPr algn="l">
              <a:defRPr sz="5250" b="1">
                <a:solidFill>
                  <a:srgbClr val="00B4F0"/>
                </a:solidFill>
                <a:latin typeface="Arial"/>
                <a:ea typeface="Arial"/>
                <a:cs typeface="Arial"/>
              </a:defRPr>
            </a:lvl3pPr>
            <a:lvl4pPr algn="l">
              <a:defRPr sz="5250" b="1">
                <a:solidFill>
                  <a:srgbClr val="00B4F0"/>
                </a:solidFill>
                <a:latin typeface="Arial"/>
                <a:ea typeface="Arial"/>
                <a:cs typeface="Arial"/>
              </a:defRPr>
            </a:lvl4pPr>
            <a:lvl5pPr algn="l">
              <a:defRPr sz="5250" b="1">
                <a:solidFill>
                  <a:srgbClr val="00B4F0"/>
                </a:solidFill>
                <a:latin typeface="Arial"/>
                <a:ea typeface="Arial"/>
                <a:cs typeface="Arial"/>
              </a:defRPr>
            </a:lvl5pPr>
            <a:lvl6pPr algn="l">
              <a:defRPr sz="5250" b="1">
                <a:solidFill>
                  <a:srgbClr val="00B4F0"/>
                </a:solidFill>
                <a:latin typeface="Arial"/>
                <a:ea typeface="Arial"/>
                <a:cs typeface="Arial"/>
              </a:defRPr>
            </a:lvl6pPr>
            <a:lvl7pPr algn="l">
              <a:defRPr sz="5250" b="1">
                <a:solidFill>
                  <a:srgbClr val="00B4F0"/>
                </a:solidFill>
                <a:latin typeface="Arial"/>
                <a:ea typeface="Arial"/>
                <a:cs typeface="Arial"/>
              </a:defRPr>
            </a:lvl7pPr>
            <a:lvl8pPr algn="l">
              <a:defRPr sz="5250" b="1">
                <a:solidFill>
                  <a:srgbClr val="00B4F0"/>
                </a:solidFill>
                <a:latin typeface="Arial"/>
                <a:ea typeface="Arial"/>
                <a:cs typeface="Arial"/>
              </a:defRPr>
            </a:lvl8pPr>
            <a:lvl9pPr algn="l">
              <a:defRPr sz="5250" b="1">
                <a:solidFill>
                  <a:srgbClr val="00B4F0"/>
                </a:solidFill>
                <a:latin typeface="Arial"/>
                <a:ea typeface="Arial"/>
                <a:cs typeface="Arial"/>
              </a:defRPr>
            </a:lvl9pPr>
          </a:lstStyle>
          <a:p xmlns:a="http://schemas.openxmlformats.org/drawingml/2006/main">
            <a:pPr algn="l">
              <a:defRPr sz="5250" b="1">
                <a:solidFill>
                  <a:srgbClr val="00B4F0"/>
                </a:solidFill>
                <a:latin typeface="Arial"/>
                <a:ea typeface="Arial"/>
                <a:cs typeface="Arial"/>
              </a:defRPr>
            </a:pPr>
            <a:r>
              <a:rPr sz="5250" b="1">
                <a:solidFill>
                  <a:srgbClr val="00B4F0"/>
                </a:solidFill>
                <a:latin typeface="Arial"/>
                <a:ea typeface="Arial"/>
                <a:cs typeface="Arial"/>
              </a:rPr>
              <a:t>introduction.</a:t>
            </a:r>
          </a:p>
        </p:txBody>
      </p:sp>
      <p:pic>
        <p:nvPicPr>
          <p:cNvPr id="5" name="">
            <a:extLst xmlns:a="http://schemas.openxmlformats.org/drawingml/2006/main">
              <a:ext uri="{FF2B5EF4-FFF2-40B4-BE49-F238E27FC236}">
                <a16:creationId xmlns:a16="http://schemas.microsoft.com/office/drawing/2014/main" id="{48040113-F74A-4498-8357-F93C948E09EA}"/>
              </a:ext>
            </a:extLst>
          </p:cNvPr>
          <p:cNvPicPr>
            <a:picLocks xmlns:a="http://schemas.openxmlformats.org/drawingml/2006/main" noChangeAspect="1"/>
          </p:cNvPicPr>
          <p:nvPr/>
        </p:nvPicPr>
        <p:blipFill>
          <a:blip xmlns:r="http://schemas.openxmlformats.org/officeDocument/2006/relationships" xmlns:a="http://schemas.openxmlformats.org/drawingml/2006/main" r:embed="R6a75cc403ae34c61"/>
          <a:stretch xmlns:a="http://schemas.openxmlformats.org/drawingml/2006/main"/>
        </p:blipFill>
        <p:spPr>
          <a:xfrm xmlns:a="http://schemas.openxmlformats.org/drawingml/2006/main">
            <a:off x="7620000" y="1524000"/>
            <a:ext cx="3619500" cy="3619500"/>
          </a:xfrm>
          <a:prstGeom xmlns:a="http://schemas.openxmlformats.org/drawingml/2006/main" prst="rect">
            <a:avLst/>
          </a:prstGeom>
        </p:spPr>
      </p:pic>
      <p:sp>
        <p:nvSpPr>
          <p:cNvPr id="6" name="app-link">
            <a:extLst xmlns:a="http://schemas.openxmlformats.org/drawingml/2006/main">
              <a:ext uri="{FF2B5EF4-FFF2-40B4-BE49-F238E27FC236}">
                <a16:creationId xmlns:a16="http://schemas.microsoft.com/office/drawing/2014/main" id="{73AEBA50-82C2-4826-8324-1B0B33700383}"/>
              </a:ext>
            </a:extLst>
          </p:cNvPr>
          <p:cNvSpPr>
            <a:spLocks xmlns:a="http://schemas.openxmlformats.org/drawingml/2006/main" noGrp="1"/>
          </p:cNvSpPr>
          <p:nvPr/>
        </p:nvSpPr>
        <p:spPr>
          <a:xfrm xmlns:a="http://schemas.openxmlformats.org/drawingml/2006/main">
            <a:off x="685800" y="5505450"/>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94A3B8"/>
                </a:solidFill>
                <a:latin typeface="Arial"/>
                <a:ea typeface="Arial"/>
                <a:cs typeface="Arial"/>
              </a:defRPr>
            </a:defPPr>
            <a:lvl1pPr algn="l">
              <a:defRPr sz="2175" b="0">
                <a:solidFill>
                  <a:srgbClr val="94A3B8"/>
                </a:solidFill>
                <a:latin typeface="Arial"/>
                <a:ea typeface="Arial"/>
                <a:cs typeface="Arial"/>
              </a:defRPr>
            </a:lvl1pPr>
            <a:lvl2pPr algn="l">
              <a:defRPr sz="2175" b="0">
                <a:solidFill>
                  <a:srgbClr val="94A3B8"/>
                </a:solidFill>
                <a:latin typeface="Arial"/>
                <a:ea typeface="Arial"/>
                <a:cs typeface="Arial"/>
              </a:defRPr>
            </a:lvl2pPr>
            <a:lvl3pPr algn="l">
              <a:defRPr sz="2175" b="0">
                <a:solidFill>
                  <a:srgbClr val="94A3B8"/>
                </a:solidFill>
                <a:latin typeface="Arial"/>
                <a:ea typeface="Arial"/>
                <a:cs typeface="Arial"/>
              </a:defRPr>
            </a:lvl3pPr>
            <a:lvl4pPr algn="l">
              <a:defRPr sz="2175" b="0">
                <a:solidFill>
                  <a:srgbClr val="94A3B8"/>
                </a:solidFill>
                <a:latin typeface="Arial"/>
                <a:ea typeface="Arial"/>
                <a:cs typeface="Arial"/>
              </a:defRPr>
            </a:lvl4pPr>
            <a:lvl5pPr algn="l">
              <a:defRPr sz="2175" b="0">
                <a:solidFill>
                  <a:srgbClr val="94A3B8"/>
                </a:solidFill>
                <a:latin typeface="Arial"/>
                <a:ea typeface="Arial"/>
                <a:cs typeface="Arial"/>
              </a:defRPr>
            </a:lvl5pPr>
            <a:lvl6pPr algn="l">
              <a:defRPr sz="2175" b="0">
                <a:solidFill>
                  <a:srgbClr val="94A3B8"/>
                </a:solidFill>
                <a:latin typeface="Arial"/>
                <a:ea typeface="Arial"/>
                <a:cs typeface="Arial"/>
              </a:defRPr>
            </a:lvl6pPr>
            <a:lvl7pPr algn="l">
              <a:defRPr sz="2175" b="0">
                <a:solidFill>
                  <a:srgbClr val="94A3B8"/>
                </a:solidFill>
                <a:latin typeface="Arial"/>
                <a:ea typeface="Arial"/>
                <a:cs typeface="Arial"/>
              </a:defRPr>
            </a:lvl7pPr>
            <a:lvl8pPr algn="l">
              <a:defRPr sz="2175" b="0">
                <a:solidFill>
                  <a:srgbClr val="94A3B8"/>
                </a:solidFill>
                <a:latin typeface="Arial"/>
                <a:ea typeface="Arial"/>
                <a:cs typeface="Arial"/>
              </a:defRPr>
            </a:lvl8pPr>
            <a:lvl9pPr algn="l">
              <a:defRPr sz="2175" b="0">
                <a:solidFill>
                  <a:srgbClr val="94A3B8"/>
                </a:solidFill>
                <a:latin typeface="Arial"/>
                <a:ea typeface="Arial"/>
                <a:cs typeface="Arial"/>
              </a:defRPr>
            </a:lvl9pPr>
          </a:lstStyle>
          <a:p xmlns:a="http://schemas.openxmlformats.org/drawingml/2006/main">
            <a:pPr algn="l">
              <a:defRPr sz="2175" b="0">
                <a:solidFill>
                  <a:srgbClr val="94A3B8"/>
                </a:solidFill>
                <a:latin typeface="Arial"/>
                <a:ea typeface="Arial"/>
                <a:cs typeface="Arial"/>
              </a:defRPr>
            </a:pPr>
            <a:r>
              <a:rPr sz="2175" b="0">
                <a:solidFill>
                  <a:srgbClr val="94A3B8"/>
                </a:solidFill>
                <a:latin typeface="Arial"/>
                <a:ea typeface="Arial"/>
                <a:cs typeface="Arial"/>
                <a:hlinkClick xmlns:r="http://schemas.openxmlformats.org/officeDocument/2006/relationships" r:id="Rdca1bd56e4b14112"/>
              </a:rPr>
              <a:t>bumpin-silk.vercel.app</a:t>
            </a:r>
          </a:p>
        </p:txBody>
      </p:sp>
      <p:sp>
        <p:nvSpPr>
          <p:cNvPr id="7" name="qr-label">
            <a:extLst xmlns:a="http://schemas.openxmlformats.org/drawingml/2006/main">
              <a:ext uri="{FF2B5EF4-FFF2-40B4-BE49-F238E27FC236}">
                <a16:creationId xmlns:a16="http://schemas.microsoft.com/office/drawing/2014/main" id="{856D80B1-A597-4D7B-85C7-E87142366F1A}"/>
              </a:ext>
            </a:extLst>
          </p:cNvPr>
          <p:cNvSpPr>
            <a:spLocks xmlns:a="http://schemas.openxmlformats.org/drawingml/2006/main" noGrp="1"/>
          </p:cNvSpPr>
          <p:nvPr/>
        </p:nvSpPr>
        <p:spPr>
          <a:xfrm xmlns:a="http://schemas.openxmlformats.org/drawingml/2006/main">
            <a:off x="7620000" y="54102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8FAFC"/>
                </a:solidFill>
                <a:latin typeface="Arial"/>
                <a:ea typeface="Arial"/>
                <a:cs typeface="Arial"/>
              </a:defRPr>
            </a:defPPr>
            <a:lvl1pPr algn="ctr">
              <a:defRPr sz="2250" b="1">
                <a:solidFill>
                  <a:srgbClr val="F8FAFC"/>
                </a:solidFill>
                <a:latin typeface="Arial"/>
                <a:ea typeface="Arial"/>
                <a:cs typeface="Arial"/>
              </a:defRPr>
            </a:lvl1pPr>
            <a:lvl2pPr algn="ctr">
              <a:defRPr sz="2250" b="1">
                <a:solidFill>
                  <a:srgbClr val="F8FAFC"/>
                </a:solidFill>
                <a:latin typeface="Arial"/>
                <a:ea typeface="Arial"/>
                <a:cs typeface="Arial"/>
              </a:defRPr>
            </a:lvl2pPr>
            <a:lvl3pPr algn="ctr">
              <a:defRPr sz="2250" b="1">
                <a:solidFill>
                  <a:srgbClr val="F8FAFC"/>
                </a:solidFill>
                <a:latin typeface="Arial"/>
                <a:ea typeface="Arial"/>
                <a:cs typeface="Arial"/>
              </a:defRPr>
            </a:lvl3pPr>
            <a:lvl4pPr algn="ctr">
              <a:defRPr sz="2250" b="1">
                <a:solidFill>
                  <a:srgbClr val="F8FAFC"/>
                </a:solidFill>
                <a:latin typeface="Arial"/>
                <a:ea typeface="Arial"/>
                <a:cs typeface="Arial"/>
              </a:defRPr>
            </a:lvl4pPr>
            <a:lvl5pPr algn="ctr">
              <a:defRPr sz="2250" b="1">
                <a:solidFill>
                  <a:srgbClr val="F8FAFC"/>
                </a:solidFill>
                <a:latin typeface="Arial"/>
                <a:ea typeface="Arial"/>
                <a:cs typeface="Arial"/>
              </a:defRPr>
            </a:lvl5pPr>
            <a:lvl6pPr algn="ctr">
              <a:defRPr sz="2250" b="1">
                <a:solidFill>
                  <a:srgbClr val="F8FAFC"/>
                </a:solidFill>
                <a:latin typeface="Arial"/>
                <a:ea typeface="Arial"/>
                <a:cs typeface="Arial"/>
              </a:defRPr>
            </a:lvl6pPr>
            <a:lvl7pPr algn="ctr">
              <a:defRPr sz="2250" b="1">
                <a:solidFill>
                  <a:srgbClr val="F8FAFC"/>
                </a:solidFill>
                <a:latin typeface="Arial"/>
                <a:ea typeface="Arial"/>
                <a:cs typeface="Arial"/>
              </a:defRPr>
            </a:lvl7pPr>
            <a:lvl8pPr algn="ctr">
              <a:defRPr sz="2250" b="1">
                <a:solidFill>
                  <a:srgbClr val="F8FAFC"/>
                </a:solidFill>
                <a:latin typeface="Arial"/>
                <a:ea typeface="Arial"/>
                <a:cs typeface="Arial"/>
              </a:defRPr>
            </a:lvl8pPr>
            <a:lvl9pPr algn="ctr">
              <a:defRPr sz="2250" b="1">
                <a:solidFill>
                  <a:srgbClr val="F8FAFC"/>
                </a:solidFill>
                <a:latin typeface="Arial"/>
                <a:ea typeface="Arial"/>
                <a:cs typeface="Arial"/>
              </a:defRPr>
            </a:lvl9pPr>
          </a:lstStyle>
          <a:p xmlns:a="http://schemas.openxmlformats.org/drawingml/2006/main">
            <a:pPr algn="ctr">
              <a:defRPr sz="2250" b="1">
                <a:solidFill>
                  <a:srgbClr val="F8FAFC"/>
                </a:solidFill>
                <a:latin typeface="Arial"/>
                <a:ea typeface="Arial"/>
                <a:cs typeface="Arial"/>
              </a:defRPr>
            </a:pPr>
            <a:r>
              <a:rPr sz="2250" b="1">
                <a:solidFill>
                  <a:srgbClr val="F8FAFC"/>
                </a:solidFill>
                <a:latin typeface="Arial"/>
                <a:ea typeface="Arial"/>
                <a:cs typeface="Arial"/>
              </a:rPr>
              <a:t>Join this event</a:t>
            </a:r>
          </a:p>
        </p:txBody>
      </p:sp>
    </p:spTree>
    <p:extLst>
      <p:ext uri="{BB962C8B-B14F-4D97-AF65-F5344CB8AC3E}">
        <p14:creationId xmlns:p14="http://schemas.microsoft.com/office/powerpoint/2010/main" val="115526495"/>
      </p:ext>
    </p:extLst>
  </p:cSld>
</p:sld>
</file>

<file path=ppt/slides/slide5.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DD4A6C47-9AB9-406A-8917-7A9CD66402E0}"/>
              </a:ext>
            </a:extLst>
          </p:cNvPr>
          <p:cNvSpPr>
            <a:spLocks xmlns:a="http://schemas.openxmlformats.org/drawingml/2006/main" noGrp="1"/>
          </p:cNvSpPr>
          <p:nvPr/>
        </p:nvSpPr>
        <p:spPr>
          <a:xfrm xmlns:a="http://schemas.openxmlformats.org/drawingml/2006/main">
            <a:off x="685800" y="4191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0B4F0"/>
                </a:solidFill>
                <a:latin typeface="Arial"/>
                <a:ea typeface="Arial"/>
                <a:cs typeface="Arial"/>
              </a:defRPr>
            </a:defPPr>
            <a:lvl1pPr algn="l">
              <a:defRPr sz="2025" b="1">
                <a:solidFill>
                  <a:srgbClr val="00B4F0"/>
                </a:solidFill>
                <a:latin typeface="Arial"/>
                <a:ea typeface="Arial"/>
                <a:cs typeface="Arial"/>
              </a:defRPr>
            </a:lvl1pPr>
            <a:lvl2pPr algn="l">
              <a:defRPr sz="2025" b="1">
                <a:solidFill>
                  <a:srgbClr val="00B4F0"/>
                </a:solidFill>
                <a:latin typeface="Arial"/>
                <a:ea typeface="Arial"/>
                <a:cs typeface="Arial"/>
              </a:defRPr>
            </a:lvl2pPr>
            <a:lvl3pPr algn="l">
              <a:defRPr sz="2025" b="1">
                <a:solidFill>
                  <a:srgbClr val="00B4F0"/>
                </a:solidFill>
                <a:latin typeface="Arial"/>
                <a:ea typeface="Arial"/>
                <a:cs typeface="Arial"/>
              </a:defRPr>
            </a:lvl3pPr>
            <a:lvl4pPr algn="l">
              <a:defRPr sz="2025" b="1">
                <a:solidFill>
                  <a:srgbClr val="00B4F0"/>
                </a:solidFill>
                <a:latin typeface="Arial"/>
                <a:ea typeface="Arial"/>
                <a:cs typeface="Arial"/>
              </a:defRPr>
            </a:lvl4pPr>
            <a:lvl5pPr algn="l">
              <a:defRPr sz="2025" b="1">
                <a:solidFill>
                  <a:srgbClr val="00B4F0"/>
                </a:solidFill>
                <a:latin typeface="Arial"/>
                <a:ea typeface="Arial"/>
                <a:cs typeface="Arial"/>
              </a:defRPr>
            </a:lvl5pPr>
            <a:lvl6pPr algn="l">
              <a:defRPr sz="2025" b="1">
                <a:solidFill>
                  <a:srgbClr val="00B4F0"/>
                </a:solidFill>
                <a:latin typeface="Arial"/>
                <a:ea typeface="Arial"/>
                <a:cs typeface="Arial"/>
              </a:defRPr>
            </a:lvl6pPr>
            <a:lvl7pPr algn="l">
              <a:defRPr sz="2025" b="1">
                <a:solidFill>
                  <a:srgbClr val="00B4F0"/>
                </a:solidFill>
                <a:latin typeface="Arial"/>
                <a:ea typeface="Arial"/>
                <a:cs typeface="Arial"/>
              </a:defRPr>
            </a:lvl7pPr>
            <a:lvl8pPr algn="l">
              <a:defRPr sz="2025" b="1">
                <a:solidFill>
                  <a:srgbClr val="00B4F0"/>
                </a:solidFill>
                <a:latin typeface="Arial"/>
                <a:ea typeface="Arial"/>
                <a:cs typeface="Arial"/>
              </a:defRPr>
            </a:lvl8pPr>
            <a:lvl9pPr algn="l">
              <a:defRPr sz="2025" b="1">
                <a:solidFill>
                  <a:srgbClr val="00B4F0"/>
                </a:solidFill>
                <a:latin typeface="Arial"/>
                <a:ea typeface="Arial"/>
                <a:cs typeface="Arial"/>
              </a:defRPr>
            </a:lvl9pPr>
          </a:lstStyle>
          <a:p xmlns:a="http://schemas.openxmlformats.org/drawingml/2006/main">
            <a:pPr algn="l">
              <a:defRPr sz="2025" b="1">
                <a:solidFill>
                  <a:srgbClr val="00B4F0"/>
                </a:solidFill>
                <a:latin typeface="Arial"/>
                <a:ea typeface="Arial"/>
                <a:cs typeface="Arial"/>
              </a:defRPr>
            </a:pPr>
            <a:r>
              <a:rPr sz="2025" b="1">
                <a:solidFill>
                  <a:srgbClr val="00B4F0"/>
                </a:solidFill>
                <a:latin typeface="Arial"/>
                <a:ea typeface="Arial"/>
                <a:cs typeface="Arial"/>
              </a:rPr>
              <a:t>BumpIn</a:t>
            </a:r>
          </a:p>
        </p:txBody>
      </p:sp>
      <p:sp>
        <p:nvSpPr>
          <p:cNvPr id="2" name="headline">
            <a:extLst xmlns:a="http://schemas.openxmlformats.org/drawingml/2006/main">
              <a:ext uri="{FF2B5EF4-FFF2-40B4-BE49-F238E27FC236}">
                <a16:creationId xmlns:a16="http://schemas.microsoft.com/office/drawing/2014/main" id="{E4A2EEF4-83BA-4175-B2FC-B796622B76D2}"/>
              </a:ext>
            </a:extLst>
          </p:cNvPr>
          <p:cNvSpPr>
            <a:spLocks xmlns:a="http://schemas.openxmlformats.org/drawingml/2006/main" noGrp="1"/>
          </p:cNvSpPr>
          <p:nvPr/>
        </p:nvSpPr>
        <p:spPr>
          <a:xfrm xmlns:a="http://schemas.openxmlformats.org/drawingml/2006/main">
            <a:off x="685800" y="1762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225" b="1">
                <a:solidFill>
                  <a:srgbClr val="F8FAFC"/>
                </a:solidFill>
                <a:latin typeface="Arial"/>
                <a:ea typeface="Arial"/>
                <a:cs typeface="Arial"/>
              </a:defRPr>
            </a:defPPr>
            <a:lvl1pPr algn="l">
              <a:defRPr sz="6225" b="1">
                <a:solidFill>
                  <a:srgbClr val="F8FAFC"/>
                </a:solidFill>
                <a:latin typeface="Arial"/>
                <a:ea typeface="Arial"/>
                <a:cs typeface="Arial"/>
              </a:defRPr>
            </a:lvl1pPr>
            <a:lvl2pPr algn="l">
              <a:defRPr sz="6225" b="1">
                <a:solidFill>
                  <a:srgbClr val="F8FAFC"/>
                </a:solidFill>
                <a:latin typeface="Arial"/>
                <a:ea typeface="Arial"/>
                <a:cs typeface="Arial"/>
              </a:defRPr>
            </a:lvl2pPr>
            <a:lvl3pPr algn="l">
              <a:defRPr sz="6225" b="1">
                <a:solidFill>
                  <a:srgbClr val="F8FAFC"/>
                </a:solidFill>
                <a:latin typeface="Arial"/>
                <a:ea typeface="Arial"/>
                <a:cs typeface="Arial"/>
              </a:defRPr>
            </a:lvl3pPr>
            <a:lvl4pPr algn="l">
              <a:defRPr sz="6225" b="1">
                <a:solidFill>
                  <a:srgbClr val="F8FAFC"/>
                </a:solidFill>
                <a:latin typeface="Arial"/>
                <a:ea typeface="Arial"/>
                <a:cs typeface="Arial"/>
              </a:defRPr>
            </a:lvl4pPr>
            <a:lvl5pPr algn="l">
              <a:defRPr sz="6225" b="1">
                <a:solidFill>
                  <a:srgbClr val="F8FAFC"/>
                </a:solidFill>
                <a:latin typeface="Arial"/>
                <a:ea typeface="Arial"/>
                <a:cs typeface="Arial"/>
              </a:defRPr>
            </a:lvl5pPr>
            <a:lvl6pPr algn="l">
              <a:defRPr sz="6225" b="1">
                <a:solidFill>
                  <a:srgbClr val="F8FAFC"/>
                </a:solidFill>
                <a:latin typeface="Arial"/>
                <a:ea typeface="Arial"/>
                <a:cs typeface="Arial"/>
              </a:defRPr>
            </a:lvl6pPr>
            <a:lvl7pPr algn="l">
              <a:defRPr sz="6225" b="1">
                <a:solidFill>
                  <a:srgbClr val="F8FAFC"/>
                </a:solidFill>
                <a:latin typeface="Arial"/>
                <a:ea typeface="Arial"/>
                <a:cs typeface="Arial"/>
              </a:defRPr>
            </a:lvl7pPr>
            <a:lvl8pPr algn="l">
              <a:defRPr sz="6225" b="1">
                <a:solidFill>
                  <a:srgbClr val="F8FAFC"/>
                </a:solidFill>
                <a:latin typeface="Arial"/>
                <a:ea typeface="Arial"/>
                <a:cs typeface="Arial"/>
              </a:defRPr>
            </a:lvl8pPr>
            <a:lvl9pPr algn="l">
              <a:defRPr sz="6225" b="1">
                <a:solidFill>
                  <a:srgbClr val="F8FAFC"/>
                </a:solidFill>
                <a:latin typeface="Arial"/>
                <a:ea typeface="Arial"/>
                <a:cs typeface="Arial"/>
              </a:defRPr>
            </a:lvl9pPr>
          </a:lstStyle>
          <a:p xmlns:a="http://schemas.openxmlformats.org/drawingml/2006/main">
            <a:pPr algn="l">
              <a:defRPr sz="6225" b="1">
                <a:solidFill>
                  <a:srgbClr val="F8FAFC"/>
                </a:solidFill>
                <a:latin typeface="Arial"/>
                <a:ea typeface="Arial"/>
                <a:cs typeface="Arial"/>
              </a:defRPr>
            </a:pPr>
            <a:r>
              <a:rPr sz="6225" b="1">
                <a:solidFill>
                  <a:srgbClr val="F8FAFC"/>
                </a:solidFill>
                <a:latin typeface="Arial"/>
                <a:ea typeface="Arial"/>
                <a:cs typeface="Arial"/>
              </a:rPr>
              <a:t>Someone to meet.</a:t>
            </a:r>
          </a:p>
        </p:txBody>
      </p:sp>
      <p:sp>
        <p:nvSpPr>
          <p:cNvPr id="3" name="headline2">
            <a:extLst xmlns:a="http://schemas.openxmlformats.org/drawingml/2006/main">
              <a:ext uri="{FF2B5EF4-FFF2-40B4-BE49-F238E27FC236}">
                <a16:creationId xmlns:a16="http://schemas.microsoft.com/office/drawing/2014/main" id="{2BAD54A4-8BDF-4F15-B9C9-123005C8BB67}"/>
              </a:ext>
            </a:extLst>
          </p:cNvPr>
          <p:cNvSpPr>
            <a:spLocks xmlns:a="http://schemas.openxmlformats.org/drawingml/2006/main" noGrp="1"/>
          </p:cNvSpPr>
          <p:nvPr/>
        </p:nvSpPr>
        <p:spPr>
          <a:xfrm xmlns:a="http://schemas.openxmlformats.org/drawingml/2006/main">
            <a:off x="685800" y="2905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00" b="1">
                <a:solidFill>
                  <a:srgbClr val="00B4F0"/>
                </a:solidFill>
                <a:latin typeface="Arial"/>
                <a:ea typeface="Arial"/>
                <a:cs typeface="Arial"/>
              </a:defRPr>
            </a:defPPr>
            <a:lvl1pPr algn="l">
              <a:defRPr sz="5700" b="1">
                <a:solidFill>
                  <a:srgbClr val="00B4F0"/>
                </a:solidFill>
                <a:latin typeface="Arial"/>
                <a:ea typeface="Arial"/>
                <a:cs typeface="Arial"/>
              </a:defRPr>
            </a:lvl1pPr>
            <a:lvl2pPr algn="l">
              <a:defRPr sz="5700" b="1">
                <a:solidFill>
                  <a:srgbClr val="00B4F0"/>
                </a:solidFill>
                <a:latin typeface="Arial"/>
                <a:ea typeface="Arial"/>
                <a:cs typeface="Arial"/>
              </a:defRPr>
            </a:lvl2pPr>
            <a:lvl3pPr algn="l">
              <a:defRPr sz="5700" b="1">
                <a:solidFill>
                  <a:srgbClr val="00B4F0"/>
                </a:solidFill>
                <a:latin typeface="Arial"/>
                <a:ea typeface="Arial"/>
                <a:cs typeface="Arial"/>
              </a:defRPr>
            </a:lvl3pPr>
            <a:lvl4pPr algn="l">
              <a:defRPr sz="5700" b="1">
                <a:solidFill>
                  <a:srgbClr val="00B4F0"/>
                </a:solidFill>
                <a:latin typeface="Arial"/>
                <a:ea typeface="Arial"/>
                <a:cs typeface="Arial"/>
              </a:defRPr>
            </a:lvl4pPr>
            <a:lvl5pPr algn="l">
              <a:defRPr sz="5700" b="1">
                <a:solidFill>
                  <a:srgbClr val="00B4F0"/>
                </a:solidFill>
                <a:latin typeface="Arial"/>
                <a:ea typeface="Arial"/>
                <a:cs typeface="Arial"/>
              </a:defRPr>
            </a:lvl5pPr>
            <a:lvl6pPr algn="l">
              <a:defRPr sz="5700" b="1">
                <a:solidFill>
                  <a:srgbClr val="00B4F0"/>
                </a:solidFill>
                <a:latin typeface="Arial"/>
                <a:ea typeface="Arial"/>
                <a:cs typeface="Arial"/>
              </a:defRPr>
            </a:lvl6pPr>
            <a:lvl7pPr algn="l">
              <a:defRPr sz="5700" b="1">
                <a:solidFill>
                  <a:srgbClr val="00B4F0"/>
                </a:solidFill>
                <a:latin typeface="Arial"/>
                <a:ea typeface="Arial"/>
                <a:cs typeface="Arial"/>
              </a:defRPr>
            </a:lvl7pPr>
            <a:lvl8pPr algn="l">
              <a:defRPr sz="5700" b="1">
                <a:solidFill>
                  <a:srgbClr val="00B4F0"/>
                </a:solidFill>
                <a:latin typeface="Arial"/>
                <a:ea typeface="Arial"/>
                <a:cs typeface="Arial"/>
              </a:defRPr>
            </a:lvl8pPr>
            <a:lvl9pPr algn="l">
              <a:defRPr sz="5700" b="1">
                <a:solidFill>
                  <a:srgbClr val="00B4F0"/>
                </a:solidFill>
                <a:latin typeface="Arial"/>
                <a:ea typeface="Arial"/>
                <a:cs typeface="Arial"/>
              </a:defRPr>
            </a:lvl9pPr>
          </a:lstStyle>
          <a:p xmlns:a="http://schemas.openxmlformats.org/drawingml/2006/main">
            <a:pPr algn="l">
              <a:defRPr sz="5700" b="1">
                <a:solidFill>
                  <a:srgbClr val="00B4F0"/>
                </a:solidFill>
                <a:latin typeface="Arial"/>
                <a:ea typeface="Arial"/>
                <a:cs typeface="Arial"/>
              </a:defRPr>
            </a:pPr>
            <a:r>
              <a:rPr sz="5700" b="1">
                <a:solidFill>
                  <a:srgbClr val="00B4F0"/>
                </a:solidFill>
                <a:latin typeface="Arial"/>
                <a:ea typeface="Arial"/>
                <a:cs typeface="Arial"/>
              </a:rPr>
              <a:t>A reason to say hello.</a:t>
            </a:r>
          </a:p>
        </p:txBody>
      </p:sp>
      <p:sp>
        <p:nvSpPr>
          <p:cNvPr id="4" name="support">
            <a:extLst xmlns:a="http://schemas.openxmlformats.org/drawingml/2006/main">
              <a:ext uri="{FF2B5EF4-FFF2-40B4-BE49-F238E27FC236}">
                <a16:creationId xmlns:a16="http://schemas.microsoft.com/office/drawing/2014/main" id="{E2E90F0E-30AD-41E1-92F7-01A5DBDC6CC7}"/>
              </a:ext>
            </a:extLst>
          </p:cNvPr>
          <p:cNvSpPr>
            <a:spLocks xmlns:a="http://schemas.openxmlformats.org/drawingml/2006/main" noGrp="1"/>
          </p:cNvSpPr>
          <p:nvPr/>
        </p:nvSpPr>
        <p:spPr>
          <a:xfrm xmlns:a="http://schemas.openxmlformats.org/drawingml/2006/main">
            <a:off x="723900" y="4905375"/>
            <a:ext cx="1078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94A3B8"/>
                </a:solidFill>
                <a:latin typeface="Arial"/>
                <a:ea typeface="Arial"/>
                <a:cs typeface="Arial"/>
              </a:defRPr>
            </a:defPPr>
            <a:lvl1pPr algn="l">
              <a:defRPr sz="2550" b="0">
                <a:solidFill>
                  <a:srgbClr val="94A3B8"/>
                </a:solidFill>
                <a:latin typeface="Arial"/>
                <a:ea typeface="Arial"/>
                <a:cs typeface="Arial"/>
              </a:defRPr>
            </a:lvl1pPr>
            <a:lvl2pPr algn="l">
              <a:defRPr sz="2550" b="0">
                <a:solidFill>
                  <a:srgbClr val="94A3B8"/>
                </a:solidFill>
                <a:latin typeface="Arial"/>
                <a:ea typeface="Arial"/>
                <a:cs typeface="Arial"/>
              </a:defRPr>
            </a:lvl2pPr>
            <a:lvl3pPr algn="l">
              <a:defRPr sz="2550" b="0">
                <a:solidFill>
                  <a:srgbClr val="94A3B8"/>
                </a:solidFill>
                <a:latin typeface="Arial"/>
                <a:ea typeface="Arial"/>
                <a:cs typeface="Arial"/>
              </a:defRPr>
            </a:lvl3pPr>
            <a:lvl4pPr algn="l">
              <a:defRPr sz="2550" b="0">
                <a:solidFill>
                  <a:srgbClr val="94A3B8"/>
                </a:solidFill>
                <a:latin typeface="Arial"/>
                <a:ea typeface="Arial"/>
                <a:cs typeface="Arial"/>
              </a:defRPr>
            </a:lvl4pPr>
            <a:lvl5pPr algn="l">
              <a:defRPr sz="2550" b="0">
                <a:solidFill>
                  <a:srgbClr val="94A3B8"/>
                </a:solidFill>
                <a:latin typeface="Arial"/>
                <a:ea typeface="Arial"/>
                <a:cs typeface="Arial"/>
              </a:defRPr>
            </a:lvl5pPr>
            <a:lvl6pPr algn="l">
              <a:defRPr sz="2550" b="0">
                <a:solidFill>
                  <a:srgbClr val="94A3B8"/>
                </a:solidFill>
                <a:latin typeface="Arial"/>
                <a:ea typeface="Arial"/>
                <a:cs typeface="Arial"/>
              </a:defRPr>
            </a:lvl6pPr>
            <a:lvl7pPr algn="l">
              <a:defRPr sz="2550" b="0">
                <a:solidFill>
                  <a:srgbClr val="94A3B8"/>
                </a:solidFill>
                <a:latin typeface="Arial"/>
                <a:ea typeface="Arial"/>
                <a:cs typeface="Arial"/>
              </a:defRPr>
            </a:lvl7pPr>
            <a:lvl8pPr algn="l">
              <a:defRPr sz="2550" b="0">
                <a:solidFill>
                  <a:srgbClr val="94A3B8"/>
                </a:solidFill>
                <a:latin typeface="Arial"/>
                <a:ea typeface="Arial"/>
                <a:cs typeface="Arial"/>
              </a:defRPr>
            </a:lvl8pPr>
            <a:lvl9pPr algn="l">
              <a:defRPr sz="2550" b="0">
                <a:solidFill>
                  <a:srgbClr val="94A3B8"/>
                </a:solidFill>
                <a:latin typeface="Arial"/>
                <a:ea typeface="Arial"/>
                <a:cs typeface="Arial"/>
              </a:defRPr>
            </a:lvl9pPr>
          </a:lstStyle>
          <a:p xmlns:a="http://schemas.openxmlformats.org/drawingml/2006/main">
            <a:pPr algn="l">
              <a:defRPr sz="2550" b="0">
                <a:solidFill>
                  <a:srgbClr val="94A3B8"/>
                </a:solidFill>
                <a:latin typeface="Arial"/>
                <a:ea typeface="Arial"/>
                <a:cs typeface="Arial"/>
              </a:defRPr>
            </a:pPr>
            <a:r>
              <a:rPr sz="2550" b="0">
                <a:solidFill>
                  <a:srgbClr val="94A3B8"/>
                </a:solidFill>
                <a:latin typeface="Arial"/>
                <a:ea typeface="Arial"/>
                <a:cs typeface="Arial"/>
              </a:rPr>
              <a:t>See a profile. Make an introduction.</a:t>
            </a:r>
          </a:p>
        </p:txBody>
      </p:sp>
      <p:sp>
        <p:nvSpPr>
          <p:cNvPr id="5" name="app-link">
            <a:extLst xmlns:a="http://schemas.openxmlformats.org/drawingml/2006/main">
              <a:ext uri="{FF2B5EF4-FFF2-40B4-BE49-F238E27FC236}">
                <a16:creationId xmlns:a16="http://schemas.microsoft.com/office/drawing/2014/main" id="{6EA619BA-0BA4-46CA-8714-6DEE50599187}"/>
              </a:ext>
            </a:extLst>
          </p:cNvPr>
          <p:cNvSpPr>
            <a:spLocks xmlns:a="http://schemas.openxmlformats.org/drawingml/2006/main" noGrp="1"/>
          </p:cNvSpPr>
          <p:nvPr/>
        </p:nvSpPr>
        <p:spPr>
          <a:xfrm xmlns:a="http://schemas.openxmlformats.org/drawingml/2006/main">
            <a:off x="723900" y="58102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00B4F0"/>
                </a:solidFill>
                <a:latin typeface="Arial"/>
                <a:ea typeface="Arial"/>
                <a:cs typeface="Arial"/>
              </a:defRPr>
            </a:defPPr>
            <a:lvl1pPr algn="l">
              <a:defRPr sz="1950" b="0">
                <a:solidFill>
                  <a:srgbClr val="00B4F0"/>
                </a:solidFill>
                <a:latin typeface="Arial"/>
                <a:ea typeface="Arial"/>
                <a:cs typeface="Arial"/>
              </a:defRPr>
            </a:lvl1pPr>
            <a:lvl2pPr algn="l">
              <a:defRPr sz="1950" b="0">
                <a:solidFill>
                  <a:srgbClr val="00B4F0"/>
                </a:solidFill>
                <a:latin typeface="Arial"/>
                <a:ea typeface="Arial"/>
                <a:cs typeface="Arial"/>
              </a:defRPr>
            </a:lvl2pPr>
            <a:lvl3pPr algn="l">
              <a:defRPr sz="1950" b="0">
                <a:solidFill>
                  <a:srgbClr val="00B4F0"/>
                </a:solidFill>
                <a:latin typeface="Arial"/>
                <a:ea typeface="Arial"/>
                <a:cs typeface="Arial"/>
              </a:defRPr>
            </a:lvl3pPr>
            <a:lvl4pPr algn="l">
              <a:defRPr sz="1950" b="0">
                <a:solidFill>
                  <a:srgbClr val="00B4F0"/>
                </a:solidFill>
                <a:latin typeface="Arial"/>
                <a:ea typeface="Arial"/>
                <a:cs typeface="Arial"/>
              </a:defRPr>
            </a:lvl4pPr>
            <a:lvl5pPr algn="l">
              <a:defRPr sz="1950" b="0">
                <a:solidFill>
                  <a:srgbClr val="00B4F0"/>
                </a:solidFill>
                <a:latin typeface="Arial"/>
                <a:ea typeface="Arial"/>
                <a:cs typeface="Arial"/>
              </a:defRPr>
            </a:lvl5pPr>
            <a:lvl6pPr algn="l">
              <a:defRPr sz="1950" b="0">
                <a:solidFill>
                  <a:srgbClr val="00B4F0"/>
                </a:solidFill>
                <a:latin typeface="Arial"/>
                <a:ea typeface="Arial"/>
                <a:cs typeface="Arial"/>
              </a:defRPr>
            </a:lvl6pPr>
            <a:lvl7pPr algn="l">
              <a:defRPr sz="1950" b="0">
                <a:solidFill>
                  <a:srgbClr val="00B4F0"/>
                </a:solidFill>
                <a:latin typeface="Arial"/>
                <a:ea typeface="Arial"/>
                <a:cs typeface="Arial"/>
              </a:defRPr>
            </a:lvl7pPr>
            <a:lvl8pPr algn="l">
              <a:defRPr sz="1950" b="0">
                <a:solidFill>
                  <a:srgbClr val="00B4F0"/>
                </a:solidFill>
                <a:latin typeface="Arial"/>
                <a:ea typeface="Arial"/>
                <a:cs typeface="Arial"/>
              </a:defRPr>
            </a:lvl8pPr>
            <a:lvl9pPr algn="l">
              <a:defRPr sz="1950" b="0">
                <a:solidFill>
                  <a:srgbClr val="00B4F0"/>
                </a:solidFill>
                <a:latin typeface="Arial"/>
                <a:ea typeface="Arial"/>
                <a:cs typeface="Arial"/>
              </a:defRPr>
            </a:lvl9pPr>
          </a:lstStyle>
          <a:p xmlns:a="http://schemas.openxmlformats.org/drawingml/2006/main">
            <a:pPr algn="l">
              <a:defRPr sz="1950" b="0">
                <a:solidFill>
                  <a:srgbClr val="00B4F0"/>
                </a:solidFill>
                <a:latin typeface="Arial"/>
                <a:ea typeface="Arial"/>
                <a:cs typeface="Arial"/>
              </a:defRPr>
            </a:pPr>
            <a:r>
              <a:rPr sz="1950" b="0">
                <a:solidFill>
                  <a:srgbClr val="00B4F0"/>
                </a:solidFill>
                <a:latin typeface="Arial"/>
                <a:ea typeface="Arial"/>
                <a:cs typeface="Arial"/>
                <a:hlinkClick xmlns:r="http://schemas.openxmlformats.org/officeDocument/2006/relationships" r:id="R752c0e98cc054a9b"/>
              </a:rPr>
              <a:t>Open the event</a:t>
            </a:r>
          </a:p>
        </p:txBody>
      </p:sp>
    </p:spTree>
    <p:extLst>
      <p:ext uri="{BB962C8B-B14F-4D97-AF65-F5344CB8AC3E}">
        <p14:creationId xmlns:p14="http://schemas.microsoft.com/office/powerpoint/2010/main" val="255529365"/>
      </p:ext>
    </p:extLst>
  </p:cSld>
</p:sld>
</file>

<file path=ppt/slides/slide6.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3A8BA6FF-1ED6-4401-8FED-5240A02517FF}"/>
              </a:ext>
            </a:extLst>
          </p:cNvPr>
          <p:cNvSpPr>
            <a:spLocks xmlns:a="http://schemas.openxmlformats.org/drawingml/2006/main" noGrp="1"/>
          </p:cNvSpPr>
          <p:nvPr/>
        </p:nvSpPr>
        <p:spPr>
          <a:xfrm xmlns:a="http://schemas.openxmlformats.org/drawingml/2006/main">
            <a:off x="685800" y="4191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0B4F0"/>
                </a:solidFill>
                <a:latin typeface="Arial"/>
                <a:ea typeface="Arial"/>
                <a:cs typeface="Arial"/>
              </a:defRPr>
            </a:defPPr>
            <a:lvl1pPr algn="l">
              <a:defRPr sz="2025" b="1">
                <a:solidFill>
                  <a:srgbClr val="00B4F0"/>
                </a:solidFill>
                <a:latin typeface="Arial"/>
                <a:ea typeface="Arial"/>
                <a:cs typeface="Arial"/>
              </a:defRPr>
            </a:lvl1pPr>
            <a:lvl2pPr algn="l">
              <a:defRPr sz="2025" b="1">
                <a:solidFill>
                  <a:srgbClr val="00B4F0"/>
                </a:solidFill>
                <a:latin typeface="Arial"/>
                <a:ea typeface="Arial"/>
                <a:cs typeface="Arial"/>
              </a:defRPr>
            </a:lvl2pPr>
            <a:lvl3pPr algn="l">
              <a:defRPr sz="2025" b="1">
                <a:solidFill>
                  <a:srgbClr val="00B4F0"/>
                </a:solidFill>
                <a:latin typeface="Arial"/>
                <a:ea typeface="Arial"/>
                <a:cs typeface="Arial"/>
              </a:defRPr>
            </a:lvl3pPr>
            <a:lvl4pPr algn="l">
              <a:defRPr sz="2025" b="1">
                <a:solidFill>
                  <a:srgbClr val="00B4F0"/>
                </a:solidFill>
                <a:latin typeface="Arial"/>
                <a:ea typeface="Arial"/>
                <a:cs typeface="Arial"/>
              </a:defRPr>
            </a:lvl4pPr>
            <a:lvl5pPr algn="l">
              <a:defRPr sz="2025" b="1">
                <a:solidFill>
                  <a:srgbClr val="00B4F0"/>
                </a:solidFill>
                <a:latin typeface="Arial"/>
                <a:ea typeface="Arial"/>
                <a:cs typeface="Arial"/>
              </a:defRPr>
            </a:lvl5pPr>
            <a:lvl6pPr algn="l">
              <a:defRPr sz="2025" b="1">
                <a:solidFill>
                  <a:srgbClr val="00B4F0"/>
                </a:solidFill>
                <a:latin typeface="Arial"/>
                <a:ea typeface="Arial"/>
                <a:cs typeface="Arial"/>
              </a:defRPr>
            </a:lvl6pPr>
            <a:lvl7pPr algn="l">
              <a:defRPr sz="2025" b="1">
                <a:solidFill>
                  <a:srgbClr val="00B4F0"/>
                </a:solidFill>
                <a:latin typeface="Arial"/>
                <a:ea typeface="Arial"/>
                <a:cs typeface="Arial"/>
              </a:defRPr>
            </a:lvl7pPr>
            <a:lvl8pPr algn="l">
              <a:defRPr sz="2025" b="1">
                <a:solidFill>
                  <a:srgbClr val="00B4F0"/>
                </a:solidFill>
                <a:latin typeface="Arial"/>
                <a:ea typeface="Arial"/>
                <a:cs typeface="Arial"/>
              </a:defRPr>
            </a:lvl8pPr>
            <a:lvl9pPr algn="l">
              <a:defRPr sz="2025" b="1">
                <a:solidFill>
                  <a:srgbClr val="00B4F0"/>
                </a:solidFill>
                <a:latin typeface="Arial"/>
                <a:ea typeface="Arial"/>
                <a:cs typeface="Arial"/>
              </a:defRPr>
            </a:lvl9pPr>
          </a:lstStyle>
          <a:p xmlns:a="http://schemas.openxmlformats.org/drawingml/2006/main">
            <a:pPr algn="l">
              <a:defRPr sz="2025" b="1">
                <a:solidFill>
                  <a:srgbClr val="00B4F0"/>
                </a:solidFill>
                <a:latin typeface="Arial"/>
                <a:ea typeface="Arial"/>
                <a:cs typeface="Arial"/>
              </a:defRPr>
            </a:pPr>
            <a:r>
              <a:rPr sz="2025" b="1">
                <a:solidFill>
                  <a:srgbClr val="00B4F0"/>
                </a:solidFill>
                <a:latin typeface="Arial"/>
                <a:ea typeface="Arial"/>
                <a:cs typeface="Arial"/>
              </a:rPr>
              <a:t>BumpIn</a:t>
            </a:r>
          </a:p>
        </p:txBody>
      </p:sp>
      <p:sp>
        <p:nvSpPr>
          <p:cNvPr id="2" name="question1">
            <a:extLst xmlns:a="http://schemas.openxmlformats.org/drawingml/2006/main">
              <a:ext uri="{FF2B5EF4-FFF2-40B4-BE49-F238E27FC236}">
                <a16:creationId xmlns:a16="http://schemas.microsoft.com/office/drawing/2014/main" id="{214B1E16-13B8-4FEF-B80A-5651F2D539C7}"/>
              </a:ext>
            </a:extLst>
          </p:cNvPr>
          <p:cNvSpPr>
            <a:spLocks xmlns:a="http://schemas.openxmlformats.org/drawingml/2006/main" noGrp="1"/>
          </p:cNvSpPr>
          <p:nvPr/>
        </p:nvSpPr>
        <p:spPr>
          <a:xfrm xmlns:a="http://schemas.openxmlformats.org/drawingml/2006/main">
            <a:off x="685800" y="171450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600" b="1">
                <a:solidFill>
                  <a:srgbClr val="F8FAFC"/>
                </a:solidFill>
                <a:latin typeface="Arial"/>
                <a:ea typeface="Arial"/>
                <a:cs typeface="Arial"/>
              </a:defRPr>
            </a:defPPr>
            <a:lvl1pPr algn="l">
              <a:defRPr sz="6600" b="1">
                <a:solidFill>
                  <a:srgbClr val="F8FAFC"/>
                </a:solidFill>
                <a:latin typeface="Arial"/>
                <a:ea typeface="Arial"/>
                <a:cs typeface="Arial"/>
              </a:defRPr>
            </a:lvl1pPr>
            <a:lvl2pPr algn="l">
              <a:defRPr sz="6600" b="1">
                <a:solidFill>
                  <a:srgbClr val="F8FAFC"/>
                </a:solidFill>
                <a:latin typeface="Arial"/>
                <a:ea typeface="Arial"/>
                <a:cs typeface="Arial"/>
              </a:defRPr>
            </a:lvl2pPr>
            <a:lvl3pPr algn="l">
              <a:defRPr sz="6600" b="1">
                <a:solidFill>
                  <a:srgbClr val="F8FAFC"/>
                </a:solidFill>
                <a:latin typeface="Arial"/>
                <a:ea typeface="Arial"/>
                <a:cs typeface="Arial"/>
              </a:defRPr>
            </a:lvl3pPr>
            <a:lvl4pPr algn="l">
              <a:defRPr sz="6600" b="1">
                <a:solidFill>
                  <a:srgbClr val="F8FAFC"/>
                </a:solidFill>
                <a:latin typeface="Arial"/>
                <a:ea typeface="Arial"/>
                <a:cs typeface="Arial"/>
              </a:defRPr>
            </a:lvl4pPr>
            <a:lvl5pPr algn="l">
              <a:defRPr sz="6600" b="1">
                <a:solidFill>
                  <a:srgbClr val="F8FAFC"/>
                </a:solidFill>
                <a:latin typeface="Arial"/>
                <a:ea typeface="Arial"/>
                <a:cs typeface="Arial"/>
              </a:defRPr>
            </a:lvl5pPr>
            <a:lvl6pPr algn="l">
              <a:defRPr sz="6600" b="1">
                <a:solidFill>
                  <a:srgbClr val="F8FAFC"/>
                </a:solidFill>
                <a:latin typeface="Arial"/>
                <a:ea typeface="Arial"/>
                <a:cs typeface="Arial"/>
              </a:defRPr>
            </a:lvl6pPr>
            <a:lvl7pPr algn="l">
              <a:defRPr sz="6600" b="1">
                <a:solidFill>
                  <a:srgbClr val="F8FAFC"/>
                </a:solidFill>
                <a:latin typeface="Arial"/>
                <a:ea typeface="Arial"/>
                <a:cs typeface="Arial"/>
              </a:defRPr>
            </a:lvl7pPr>
            <a:lvl8pPr algn="l">
              <a:defRPr sz="6600" b="1">
                <a:solidFill>
                  <a:srgbClr val="F8FAFC"/>
                </a:solidFill>
                <a:latin typeface="Arial"/>
                <a:ea typeface="Arial"/>
                <a:cs typeface="Arial"/>
              </a:defRPr>
            </a:lvl8pPr>
            <a:lvl9pPr algn="l">
              <a:defRPr sz="6600" b="1">
                <a:solidFill>
                  <a:srgbClr val="F8FAFC"/>
                </a:solidFill>
                <a:latin typeface="Arial"/>
                <a:ea typeface="Arial"/>
                <a:cs typeface="Arial"/>
              </a:defRPr>
            </a:lvl9pPr>
          </a:lstStyle>
          <a:p xmlns:a="http://schemas.openxmlformats.org/drawingml/2006/main">
            <a:pPr algn="l">
              <a:defRPr sz="6600" b="1">
                <a:solidFill>
                  <a:srgbClr val="F8FAFC"/>
                </a:solidFill>
                <a:latin typeface="Arial"/>
                <a:ea typeface="Arial"/>
                <a:cs typeface="Arial"/>
              </a:defRPr>
            </a:pPr>
            <a:r>
              <a:rPr sz="6600" b="1">
                <a:solidFill>
                  <a:srgbClr val="F8FAFC"/>
                </a:solidFill>
                <a:latin typeface="Arial"/>
                <a:ea typeface="Arial"/>
                <a:cs typeface="Arial"/>
              </a:rPr>
              <a:t>Who is building</a:t>
            </a:r>
          </a:p>
        </p:txBody>
      </p:sp>
      <p:sp>
        <p:nvSpPr>
          <p:cNvPr id="3" name="question2">
            <a:extLst xmlns:a="http://schemas.openxmlformats.org/drawingml/2006/main">
              <a:ext uri="{FF2B5EF4-FFF2-40B4-BE49-F238E27FC236}">
                <a16:creationId xmlns:a16="http://schemas.microsoft.com/office/drawing/2014/main" id="{15E86DE7-D9F9-4D56-B360-D1689B3EE9EA}"/>
              </a:ext>
            </a:extLst>
          </p:cNvPr>
          <p:cNvSpPr>
            <a:spLocks xmlns:a="http://schemas.openxmlformats.org/drawingml/2006/main" noGrp="1"/>
          </p:cNvSpPr>
          <p:nvPr/>
        </p:nvSpPr>
        <p:spPr>
          <a:xfrm xmlns:a="http://schemas.openxmlformats.org/drawingml/2006/main">
            <a:off x="685800" y="29527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00B4F0"/>
                </a:solidFill>
                <a:latin typeface="Arial"/>
                <a:ea typeface="Arial"/>
                <a:cs typeface="Arial"/>
              </a:defRPr>
            </a:defPPr>
            <a:lvl1pPr algn="l">
              <a:defRPr sz="7500" b="1">
                <a:solidFill>
                  <a:srgbClr val="00B4F0"/>
                </a:solidFill>
                <a:latin typeface="Arial"/>
                <a:ea typeface="Arial"/>
                <a:cs typeface="Arial"/>
              </a:defRPr>
            </a:lvl1pPr>
            <a:lvl2pPr algn="l">
              <a:defRPr sz="7500" b="1">
                <a:solidFill>
                  <a:srgbClr val="00B4F0"/>
                </a:solidFill>
                <a:latin typeface="Arial"/>
                <a:ea typeface="Arial"/>
                <a:cs typeface="Arial"/>
              </a:defRPr>
            </a:lvl2pPr>
            <a:lvl3pPr algn="l">
              <a:defRPr sz="7500" b="1">
                <a:solidFill>
                  <a:srgbClr val="00B4F0"/>
                </a:solidFill>
                <a:latin typeface="Arial"/>
                <a:ea typeface="Arial"/>
                <a:cs typeface="Arial"/>
              </a:defRPr>
            </a:lvl3pPr>
            <a:lvl4pPr algn="l">
              <a:defRPr sz="7500" b="1">
                <a:solidFill>
                  <a:srgbClr val="00B4F0"/>
                </a:solidFill>
                <a:latin typeface="Arial"/>
                <a:ea typeface="Arial"/>
                <a:cs typeface="Arial"/>
              </a:defRPr>
            </a:lvl4pPr>
            <a:lvl5pPr algn="l">
              <a:defRPr sz="7500" b="1">
                <a:solidFill>
                  <a:srgbClr val="00B4F0"/>
                </a:solidFill>
                <a:latin typeface="Arial"/>
                <a:ea typeface="Arial"/>
                <a:cs typeface="Arial"/>
              </a:defRPr>
            </a:lvl5pPr>
            <a:lvl6pPr algn="l">
              <a:defRPr sz="7500" b="1">
                <a:solidFill>
                  <a:srgbClr val="00B4F0"/>
                </a:solidFill>
                <a:latin typeface="Arial"/>
                <a:ea typeface="Arial"/>
                <a:cs typeface="Arial"/>
              </a:defRPr>
            </a:lvl6pPr>
            <a:lvl7pPr algn="l">
              <a:defRPr sz="7500" b="1">
                <a:solidFill>
                  <a:srgbClr val="00B4F0"/>
                </a:solidFill>
                <a:latin typeface="Arial"/>
                <a:ea typeface="Arial"/>
                <a:cs typeface="Arial"/>
              </a:defRPr>
            </a:lvl7pPr>
            <a:lvl8pPr algn="l">
              <a:defRPr sz="7500" b="1">
                <a:solidFill>
                  <a:srgbClr val="00B4F0"/>
                </a:solidFill>
                <a:latin typeface="Arial"/>
                <a:ea typeface="Arial"/>
                <a:cs typeface="Arial"/>
              </a:defRPr>
            </a:lvl8pPr>
            <a:lvl9pPr algn="l">
              <a:defRPr sz="7500" b="1">
                <a:solidFill>
                  <a:srgbClr val="00B4F0"/>
                </a:solidFill>
                <a:latin typeface="Arial"/>
                <a:ea typeface="Arial"/>
                <a:cs typeface="Arial"/>
              </a:defRPr>
            </a:lvl9pPr>
          </a:lstStyle>
          <a:p xmlns:a="http://schemas.openxmlformats.org/drawingml/2006/main">
            <a:pPr algn="l">
              <a:defRPr sz="7500" b="1">
                <a:solidFill>
                  <a:srgbClr val="00B4F0"/>
                </a:solidFill>
                <a:latin typeface="Arial"/>
                <a:ea typeface="Arial"/>
                <a:cs typeface="Arial"/>
              </a:defRPr>
            </a:pPr>
            <a:r>
              <a:rPr sz="7500" b="1">
                <a:solidFill>
                  <a:srgbClr val="00B4F0"/>
                </a:solidFill>
                <a:latin typeface="Arial"/>
                <a:ea typeface="Arial"/>
                <a:cs typeface="Arial"/>
              </a:rPr>
              <a:t>AI agents?</a:t>
            </a:r>
          </a:p>
        </p:txBody>
      </p:sp>
      <p:sp>
        <p:nvSpPr>
          <p:cNvPr id="4" name="support">
            <a:extLst xmlns:a="http://schemas.openxmlformats.org/drawingml/2006/main">
              <a:ext uri="{FF2B5EF4-FFF2-40B4-BE49-F238E27FC236}">
                <a16:creationId xmlns:a16="http://schemas.microsoft.com/office/drawing/2014/main" id="{385C5583-DC6C-4DDF-95B9-11C72159B247}"/>
              </a:ext>
            </a:extLst>
          </p:cNvPr>
          <p:cNvSpPr>
            <a:spLocks xmlns:a="http://schemas.openxmlformats.org/drawingml/2006/main" noGrp="1"/>
          </p:cNvSpPr>
          <p:nvPr/>
        </p:nvSpPr>
        <p:spPr>
          <a:xfrm xmlns:a="http://schemas.openxmlformats.org/drawingml/2006/main">
            <a:off x="723900" y="5095875"/>
            <a:ext cx="10782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94A3B8"/>
                </a:solidFill>
                <a:latin typeface="Arial"/>
                <a:ea typeface="Arial"/>
                <a:cs typeface="Arial"/>
              </a:defRPr>
            </a:defPPr>
            <a:lvl1pPr algn="l">
              <a:defRPr sz="2550" b="0">
                <a:solidFill>
                  <a:srgbClr val="94A3B8"/>
                </a:solidFill>
                <a:latin typeface="Arial"/>
                <a:ea typeface="Arial"/>
                <a:cs typeface="Arial"/>
              </a:defRPr>
            </a:lvl1pPr>
            <a:lvl2pPr algn="l">
              <a:defRPr sz="2550" b="0">
                <a:solidFill>
                  <a:srgbClr val="94A3B8"/>
                </a:solidFill>
                <a:latin typeface="Arial"/>
                <a:ea typeface="Arial"/>
                <a:cs typeface="Arial"/>
              </a:defRPr>
            </a:lvl2pPr>
            <a:lvl3pPr algn="l">
              <a:defRPr sz="2550" b="0">
                <a:solidFill>
                  <a:srgbClr val="94A3B8"/>
                </a:solidFill>
                <a:latin typeface="Arial"/>
                <a:ea typeface="Arial"/>
                <a:cs typeface="Arial"/>
              </a:defRPr>
            </a:lvl3pPr>
            <a:lvl4pPr algn="l">
              <a:defRPr sz="2550" b="0">
                <a:solidFill>
                  <a:srgbClr val="94A3B8"/>
                </a:solidFill>
                <a:latin typeface="Arial"/>
                <a:ea typeface="Arial"/>
                <a:cs typeface="Arial"/>
              </a:defRPr>
            </a:lvl4pPr>
            <a:lvl5pPr algn="l">
              <a:defRPr sz="2550" b="0">
                <a:solidFill>
                  <a:srgbClr val="94A3B8"/>
                </a:solidFill>
                <a:latin typeface="Arial"/>
                <a:ea typeface="Arial"/>
                <a:cs typeface="Arial"/>
              </a:defRPr>
            </a:lvl5pPr>
            <a:lvl6pPr algn="l">
              <a:defRPr sz="2550" b="0">
                <a:solidFill>
                  <a:srgbClr val="94A3B8"/>
                </a:solidFill>
                <a:latin typeface="Arial"/>
                <a:ea typeface="Arial"/>
                <a:cs typeface="Arial"/>
              </a:defRPr>
            </a:lvl6pPr>
            <a:lvl7pPr algn="l">
              <a:defRPr sz="2550" b="0">
                <a:solidFill>
                  <a:srgbClr val="94A3B8"/>
                </a:solidFill>
                <a:latin typeface="Arial"/>
                <a:ea typeface="Arial"/>
                <a:cs typeface="Arial"/>
              </a:defRPr>
            </a:lvl7pPr>
            <a:lvl8pPr algn="l">
              <a:defRPr sz="2550" b="0">
                <a:solidFill>
                  <a:srgbClr val="94A3B8"/>
                </a:solidFill>
                <a:latin typeface="Arial"/>
                <a:ea typeface="Arial"/>
                <a:cs typeface="Arial"/>
              </a:defRPr>
            </a:lvl8pPr>
            <a:lvl9pPr algn="l">
              <a:defRPr sz="2550" b="0">
                <a:solidFill>
                  <a:srgbClr val="94A3B8"/>
                </a:solidFill>
                <a:latin typeface="Arial"/>
                <a:ea typeface="Arial"/>
                <a:cs typeface="Arial"/>
              </a:defRPr>
            </a:lvl9pPr>
          </a:lstStyle>
          <a:p xmlns:a="http://schemas.openxmlformats.org/drawingml/2006/main">
            <a:pPr algn="l">
              <a:defRPr sz="2550" b="0">
                <a:solidFill>
                  <a:srgbClr val="94A3B8"/>
                </a:solidFill>
                <a:latin typeface="Arial"/>
                <a:ea typeface="Arial"/>
                <a:cs typeface="Arial"/>
              </a:defRPr>
            </a:pPr>
            <a:r>
              <a:rPr sz="2550" b="0">
                <a:solidFill>
                  <a:srgbClr val="94A3B8"/>
                </a:solidFill>
                <a:latin typeface="Arial"/>
                <a:ea typeface="Arial"/>
                <a:cs typeface="Arial"/>
              </a:rPr>
              <a:t>Ask a question. See the reason.</a:t>
            </a:r>
          </a:p>
        </p:txBody>
      </p:sp>
    </p:spTree>
    <p:extLst>
      <p:ext uri="{BB962C8B-B14F-4D97-AF65-F5344CB8AC3E}">
        <p14:creationId xmlns:p14="http://schemas.microsoft.com/office/powerpoint/2010/main" val="1592427982"/>
      </p:ext>
    </p:extLst>
  </p:cSld>
</p:sld>
</file>

<file path=ppt/slides/slide7.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pic>
        <p:nvPicPr>
          <p:cNvPr id="3" name="Embedded interstellar.mp4">
            <ns0:hlinkClick xmlns:ns0="http://schemas.openxmlformats.org/drawingml/2006/main" xmlns:ns1="http://schemas.openxmlformats.org/officeDocument/2006/relationships" ns1:id="" action="ppaction://media"/>
            <a:extLst xmlns:a="http://schemas.openxmlformats.org/drawingml/2006/main">
              <a:ext uri="{FF2B5EF4-FFF2-40B4-BE49-F238E27FC236}">
                <a16:creationId xmlns:a16="http://schemas.microsoft.com/office/drawing/2014/main" id="{C07B9F8E-E29E-471C-85F7-20D157137430}"/>
              </a:ext>
            </a:extLst>
          </p:cNvPr>
          <p:cNvPicPr>
            <a:picLocks xmlns:a="http://schemas.openxmlformats.org/drawingml/2006/main" noChangeAspect="1"/>
          </p:cNvPicPr>
          <p:nvPr>
            <ns0:videoFile xmlns:ns0="http://schemas.openxmlformats.org/drawingml/2006/main" xmlns:ns1="http://schemas.openxmlformats.org/officeDocument/2006/relationships" ns1:link="rIdBumpVideo"/>
            <p:extLst>
              <p:ext uri="{DAA4B4D4-6D71-4841-9C94-3DE7FCFB9230}">
                <ns0:media xmlns:ns0="http://schemas.microsoft.com/office/powerpoint/2010/main" xmlns:ns1="http://schemas.openxmlformats.org/officeDocument/2006/relationships" ns1:embed="rIdBumpMedia"/>
              </p:ext>
            </p:extLst>
          </p:nvPr>
        </p:nvPicPr>
        <p:blipFill>
          <a:blip xmlns:r="http://schemas.openxmlformats.org/officeDocument/2006/relationships" xmlns:a="http://schemas.openxmlformats.org/drawingml/2006/main" r:embed="Re893e2df32274023"/>
          <a:stretch xmlns:a="http://schemas.openxmlformats.org/drawingml/2006/main"/>
        </p:blipFill>
        <p:spPr>
          <a:xfrm xmlns:a="http://schemas.openxmlformats.org/drawingml/2006/main">
            <a:off x="1354667" y="0"/>
            <a:ext cx="9482667" cy="5334000"/>
          </a:xfrm>
          <a:prstGeom xmlns:a="http://schemas.openxmlformats.org/drawingml/2006/main" prst="rect">
            <a:avLst/>
          </a:prstGeom>
        </p:spPr>
      </p:pic>
      <p:sp>
        <p:nvSpPr>
          <p:cNvPr id="2" name="caption">
            <a:extLst xmlns:a="http://schemas.openxmlformats.org/drawingml/2006/main">
              <a:ext uri="{FF2B5EF4-FFF2-40B4-BE49-F238E27FC236}">
                <a16:creationId xmlns:a16="http://schemas.microsoft.com/office/drawing/2014/main" id="{B2D9D980-BF80-4565-B6CA-B4411EA1D60D}"/>
              </a:ext>
            </a:extLst>
          </p:cNvPr>
          <p:cNvSpPr>
            <a:spLocks xmlns:a="http://schemas.openxmlformats.org/drawingml/2006/main" noGrp="1"/>
          </p:cNvSpPr>
          <p:nvPr/>
        </p:nvSpPr>
        <p:spPr>
          <a:xfrm xmlns:a="http://schemas.openxmlformats.org/drawingml/2006/main">
            <a:off x="685800" y="550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1">
                <a:solidFill>
                  <a:srgbClr val="F8FAFC"/>
                </a:solidFill>
                <a:latin typeface="Arial"/>
                <a:ea typeface="Arial"/>
                <a:cs typeface="Arial"/>
              </a:defRPr>
            </a:defPPr>
            <a:lvl1pPr algn="ctr">
              <a:defRPr sz="3600" b="1">
                <a:solidFill>
                  <a:srgbClr val="F8FAFC"/>
                </a:solidFill>
                <a:latin typeface="Arial"/>
                <a:ea typeface="Arial"/>
                <a:cs typeface="Arial"/>
              </a:defRPr>
            </a:lvl1pPr>
            <a:lvl2pPr algn="ctr">
              <a:defRPr sz="3600" b="1">
                <a:solidFill>
                  <a:srgbClr val="F8FAFC"/>
                </a:solidFill>
                <a:latin typeface="Arial"/>
                <a:ea typeface="Arial"/>
                <a:cs typeface="Arial"/>
              </a:defRPr>
            </a:lvl2pPr>
            <a:lvl3pPr algn="ctr">
              <a:defRPr sz="3600" b="1">
                <a:solidFill>
                  <a:srgbClr val="F8FAFC"/>
                </a:solidFill>
                <a:latin typeface="Arial"/>
                <a:ea typeface="Arial"/>
                <a:cs typeface="Arial"/>
              </a:defRPr>
            </a:lvl3pPr>
            <a:lvl4pPr algn="ctr">
              <a:defRPr sz="3600" b="1">
                <a:solidFill>
                  <a:srgbClr val="F8FAFC"/>
                </a:solidFill>
                <a:latin typeface="Arial"/>
                <a:ea typeface="Arial"/>
                <a:cs typeface="Arial"/>
              </a:defRPr>
            </a:lvl4pPr>
            <a:lvl5pPr algn="ctr">
              <a:defRPr sz="3600" b="1">
                <a:solidFill>
                  <a:srgbClr val="F8FAFC"/>
                </a:solidFill>
                <a:latin typeface="Arial"/>
                <a:ea typeface="Arial"/>
                <a:cs typeface="Arial"/>
              </a:defRPr>
            </a:lvl5pPr>
            <a:lvl6pPr algn="ctr">
              <a:defRPr sz="3600" b="1">
                <a:solidFill>
                  <a:srgbClr val="F8FAFC"/>
                </a:solidFill>
                <a:latin typeface="Arial"/>
                <a:ea typeface="Arial"/>
                <a:cs typeface="Arial"/>
              </a:defRPr>
            </a:lvl6pPr>
            <a:lvl7pPr algn="ctr">
              <a:defRPr sz="3600" b="1">
                <a:solidFill>
                  <a:srgbClr val="F8FAFC"/>
                </a:solidFill>
                <a:latin typeface="Arial"/>
                <a:ea typeface="Arial"/>
                <a:cs typeface="Arial"/>
              </a:defRPr>
            </a:lvl7pPr>
            <a:lvl8pPr algn="ctr">
              <a:defRPr sz="3600" b="1">
                <a:solidFill>
                  <a:srgbClr val="F8FAFC"/>
                </a:solidFill>
                <a:latin typeface="Arial"/>
                <a:ea typeface="Arial"/>
                <a:cs typeface="Arial"/>
              </a:defRPr>
            </a:lvl8pPr>
            <a:lvl9pPr algn="ctr">
              <a:defRPr sz="3600" b="1">
                <a:solidFill>
                  <a:srgbClr val="F8FAFC"/>
                </a:solidFill>
                <a:latin typeface="Arial"/>
                <a:ea typeface="Arial"/>
                <a:cs typeface="Arial"/>
              </a:defRPr>
            </a:lvl9pPr>
          </a:lstStyle>
          <a:p xmlns:a="http://schemas.openxmlformats.org/drawingml/2006/main">
            <a:pPr algn="ctr">
              <a:defRPr sz="3600" b="1">
                <a:solidFill>
                  <a:srgbClr val="F8FAFC"/>
                </a:solidFill>
                <a:latin typeface="Arial"/>
                <a:ea typeface="Arial"/>
                <a:cs typeface="Arial"/>
              </a:defRPr>
            </a:pPr>
            <a:r>
              <a:rPr sz="3600" b="1">
                <a:solidFill>
                  <a:srgbClr val="F8FAFC"/>
                </a:solidFill>
                <a:latin typeface="Arial"/>
                <a:ea typeface="Arial"/>
                <a:cs typeface="Arial"/>
              </a:rPr>
              <a:t>When you find someone building the same thing.</a:t>
            </a:r>
          </a:p>
        </p:txBody>
      </p:sp>
    </p:spTree>
    <p:extLst>
      <p:ext uri="{BB962C8B-B14F-4D97-AF65-F5344CB8AC3E}">
        <p14:creationId xmlns:p14="http://schemas.microsoft.com/office/powerpoint/2010/main" val="530791135"/>
      </p:ext>
    </p:extLst>
  </p:cSld>
  <p:transition advClick="1" advTm="3000"/>
  <p:timing>
    <p:tnLst>
      <p:par>
        <p:cTn id="1" dur="indefinite" restart="never" nodeType="tmRoot">
          <p:childTnLst>
            <p:video>
              <p:cMediaNode vol="0">
                <p:cTn id="2" fill="hold" display="0">
                  <p:stCondLst>
                    <p:cond delay="0"/>
                  </p:stCondLst>
                </p:cTn>
                <p:tgtEl>
                  <p:spTgt spid="3"/>
                </p:tgtEl>
              </p:cMediaNode>
            </p:video>
          </p:childTnLst>
        </p:cTn>
      </p:par>
    </p:tnLst>
  </p:timing>
</p:sld>
</file>

<file path=ppt/slides/slide8.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07622537-366A-4A74-B930-336CF2289E70}"/>
              </a:ext>
            </a:extLst>
          </p:cNvPr>
          <p:cNvSpPr>
            <a:spLocks xmlns:a="http://schemas.openxmlformats.org/drawingml/2006/main" noGrp="1"/>
          </p:cNvSpPr>
          <p:nvPr/>
        </p:nvSpPr>
        <p:spPr>
          <a:xfrm xmlns:a="http://schemas.openxmlformats.org/drawingml/2006/main">
            <a:off x="685800" y="4191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0B4F0"/>
                </a:solidFill>
                <a:latin typeface="Arial"/>
                <a:ea typeface="Arial"/>
                <a:cs typeface="Arial"/>
              </a:defRPr>
            </a:defPPr>
            <a:lvl1pPr algn="l">
              <a:defRPr sz="2025" b="1">
                <a:solidFill>
                  <a:srgbClr val="00B4F0"/>
                </a:solidFill>
                <a:latin typeface="Arial"/>
                <a:ea typeface="Arial"/>
                <a:cs typeface="Arial"/>
              </a:defRPr>
            </a:lvl1pPr>
            <a:lvl2pPr algn="l">
              <a:defRPr sz="2025" b="1">
                <a:solidFill>
                  <a:srgbClr val="00B4F0"/>
                </a:solidFill>
                <a:latin typeface="Arial"/>
                <a:ea typeface="Arial"/>
                <a:cs typeface="Arial"/>
              </a:defRPr>
            </a:lvl2pPr>
            <a:lvl3pPr algn="l">
              <a:defRPr sz="2025" b="1">
                <a:solidFill>
                  <a:srgbClr val="00B4F0"/>
                </a:solidFill>
                <a:latin typeface="Arial"/>
                <a:ea typeface="Arial"/>
                <a:cs typeface="Arial"/>
              </a:defRPr>
            </a:lvl3pPr>
            <a:lvl4pPr algn="l">
              <a:defRPr sz="2025" b="1">
                <a:solidFill>
                  <a:srgbClr val="00B4F0"/>
                </a:solidFill>
                <a:latin typeface="Arial"/>
                <a:ea typeface="Arial"/>
                <a:cs typeface="Arial"/>
              </a:defRPr>
            </a:lvl4pPr>
            <a:lvl5pPr algn="l">
              <a:defRPr sz="2025" b="1">
                <a:solidFill>
                  <a:srgbClr val="00B4F0"/>
                </a:solidFill>
                <a:latin typeface="Arial"/>
                <a:ea typeface="Arial"/>
                <a:cs typeface="Arial"/>
              </a:defRPr>
            </a:lvl5pPr>
            <a:lvl6pPr algn="l">
              <a:defRPr sz="2025" b="1">
                <a:solidFill>
                  <a:srgbClr val="00B4F0"/>
                </a:solidFill>
                <a:latin typeface="Arial"/>
                <a:ea typeface="Arial"/>
                <a:cs typeface="Arial"/>
              </a:defRPr>
            </a:lvl6pPr>
            <a:lvl7pPr algn="l">
              <a:defRPr sz="2025" b="1">
                <a:solidFill>
                  <a:srgbClr val="00B4F0"/>
                </a:solidFill>
                <a:latin typeface="Arial"/>
                <a:ea typeface="Arial"/>
                <a:cs typeface="Arial"/>
              </a:defRPr>
            </a:lvl7pPr>
            <a:lvl8pPr algn="l">
              <a:defRPr sz="2025" b="1">
                <a:solidFill>
                  <a:srgbClr val="00B4F0"/>
                </a:solidFill>
                <a:latin typeface="Arial"/>
                <a:ea typeface="Arial"/>
                <a:cs typeface="Arial"/>
              </a:defRPr>
            </a:lvl8pPr>
            <a:lvl9pPr algn="l">
              <a:defRPr sz="2025" b="1">
                <a:solidFill>
                  <a:srgbClr val="00B4F0"/>
                </a:solidFill>
                <a:latin typeface="Arial"/>
                <a:ea typeface="Arial"/>
                <a:cs typeface="Arial"/>
              </a:defRPr>
            </a:lvl9pPr>
          </a:lstStyle>
          <a:p xmlns:a="http://schemas.openxmlformats.org/drawingml/2006/main">
            <a:pPr algn="l">
              <a:defRPr sz="2025" b="1">
                <a:solidFill>
                  <a:srgbClr val="00B4F0"/>
                </a:solidFill>
                <a:latin typeface="Arial"/>
                <a:ea typeface="Arial"/>
                <a:cs typeface="Arial"/>
              </a:defRPr>
            </a:pPr>
            <a:r>
              <a:rPr sz="2025" b="1">
                <a:solidFill>
                  <a:srgbClr val="00B4F0"/>
                </a:solidFill>
                <a:latin typeface="Arial"/>
                <a:ea typeface="Arial"/>
                <a:cs typeface="Arial"/>
              </a:rPr>
              <a:t>BumpIn</a:t>
            </a:r>
          </a:p>
        </p:txBody>
      </p:sp>
      <p:sp>
        <p:nvSpPr>
          <p:cNvPr id="2" name="headline1">
            <a:extLst xmlns:a="http://schemas.openxmlformats.org/drawingml/2006/main">
              <a:ext uri="{FF2B5EF4-FFF2-40B4-BE49-F238E27FC236}">
                <a16:creationId xmlns:a16="http://schemas.microsoft.com/office/drawing/2014/main" id="{E55E9AEC-8E4B-4F88-A5BE-ACC9BFA7CFB4}"/>
              </a:ext>
            </a:extLst>
          </p:cNvPr>
          <p:cNvSpPr>
            <a:spLocks xmlns:a="http://schemas.openxmlformats.org/drawingml/2006/main" noGrp="1"/>
          </p:cNvSpPr>
          <p:nvPr/>
        </p:nvSpPr>
        <p:spPr>
          <a:xfrm xmlns:a="http://schemas.openxmlformats.org/drawingml/2006/main">
            <a:off x="685800" y="16192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900" b="1">
                <a:solidFill>
                  <a:srgbClr val="F8FAFC"/>
                </a:solidFill>
                <a:latin typeface="Arial"/>
                <a:ea typeface="Arial"/>
                <a:cs typeface="Arial"/>
              </a:defRPr>
            </a:defPPr>
            <a:lvl1pPr algn="l">
              <a:defRPr sz="6900" b="1">
                <a:solidFill>
                  <a:srgbClr val="F8FAFC"/>
                </a:solidFill>
                <a:latin typeface="Arial"/>
                <a:ea typeface="Arial"/>
                <a:cs typeface="Arial"/>
              </a:defRPr>
            </a:lvl1pPr>
            <a:lvl2pPr algn="l">
              <a:defRPr sz="6900" b="1">
                <a:solidFill>
                  <a:srgbClr val="F8FAFC"/>
                </a:solidFill>
                <a:latin typeface="Arial"/>
                <a:ea typeface="Arial"/>
                <a:cs typeface="Arial"/>
              </a:defRPr>
            </a:lvl2pPr>
            <a:lvl3pPr algn="l">
              <a:defRPr sz="6900" b="1">
                <a:solidFill>
                  <a:srgbClr val="F8FAFC"/>
                </a:solidFill>
                <a:latin typeface="Arial"/>
                <a:ea typeface="Arial"/>
                <a:cs typeface="Arial"/>
              </a:defRPr>
            </a:lvl3pPr>
            <a:lvl4pPr algn="l">
              <a:defRPr sz="6900" b="1">
                <a:solidFill>
                  <a:srgbClr val="F8FAFC"/>
                </a:solidFill>
                <a:latin typeface="Arial"/>
                <a:ea typeface="Arial"/>
                <a:cs typeface="Arial"/>
              </a:defRPr>
            </a:lvl4pPr>
            <a:lvl5pPr algn="l">
              <a:defRPr sz="6900" b="1">
                <a:solidFill>
                  <a:srgbClr val="F8FAFC"/>
                </a:solidFill>
                <a:latin typeface="Arial"/>
                <a:ea typeface="Arial"/>
                <a:cs typeface="Arial"/>
              </a:defRPr>
            </a:lvl5pPr>
            <a:lvl6pPr algn="l">
              <a:defRPr sz="6900" b="1">
                <a:solidFill>
                  <a:srgbClr val="F8FAFC"/>
                </a:solidFill>
                <a:latin typeface="Arial"/>
                <a:ea typeface="Arial"/>
                <a:cs typeface="Arial"/>
              </a:defRPr>
            </a:lvl6pPr>
            <a:lvl7pPr algn="l">
              <a:defRPr sz="6900" b="1">
                <a:solidFill>
                  <a:srgbClr val="F8FAFC"/>
                </a:solidFill>
                <a:latin typeface="Arial"/>
                <a:ea typeface="Arial"/>
                <a:cs typeface="Arial"/>
              </a:defRPr>
            </a:lvl7pPr>
            <a:lvl8pPr algn="l">
              <a:defRPr sz="6900" b="1">
                <a:solidFill>
                  <a:srgbClr val="F8FAFC"/>
                </a:solidFill>
                <a:latin typeface="Arial"/>
                <a:ea typeface="Arial"/>
                <a:cs typeface="Arial"/>
              </a:defRPr>
            </a:lvl8pPr>
            <a:lvl9pPr algn="l">
              <a:defRPr sz="6900" b="1">
                <a:solidFill>
                  <a:srgbClr val="F8FAFC"/>
                </a:solidFill>
                <a:latin typeface="Arial"/>
                <a:ea typeface="Arial"/>
                <a:cs typeface="Arial"/>
              </a:defRPr>
            </a:lvl9pPr>
          </a:lstStyle>
          <a:p xmlns:a="http://schemas.openxmlformats.org/drawingml/2006/main">
            <a:pPr algn="l">
              <a:defRPr sz="6900" b="1">
                <a:solidFill>
                  <a:srgbClr val="F8FAFC"/>
                </a:solidFill>
                <a:latin typeface="Arial"/>
                <a:ea typeface="Arial"/>
                <a:cs typeface="Arial"/>
              </a:defRPr>
            </a:pPr>
            <a:r>
              <a:rPr sz="6900" b="1">
                <a:solidFill>
                  <a:srgbClr val="F8FAFC"/>
                </a:solidFill>
                <a:latin typeface="Arial"/>
                <a:ea typeface="Arial"/>
                <a:cs typeface="Arial"/>
              </a:rPr>
              <a:t>Visible when</a:t>
            </a:r>
          </a:p>
        </p:txBody>
      </p:sp>
      <p:sp>
        <p:nvSpPr>
          <p:cNvPr id="3" name="headline2">
            <a:extLst xmlns:a="http://schemas.openxmlformats.org/drawingml/2006/main">
              <a:ext uri="{FF2B5EF4-FFF2-40B4-BE49-F238E27FC236}">
                <a16:creationId xmlns:a16="http://schemas.microsoft.com/office/drawing/2014/main" id="{A6F865EB-D3A2-4167-BE73-7303EA558CF8}"/>
              </a:ext>
            </a:extLst>
          </p:cNvPr>
          <p:cNvSpPr>
            <a:spLocks xmlns:a="http://schemas.openxmlformats.org/drawingml/2006/main" noGrp="1"/>
          </p:cNvSpPr>
          <p:nvPr/>
        </p:nvSpPr>
        <p:spPr>
          <a:xfrm xmlns:a="http://schemas.openxmlformats.org/drawingml/2006/main">
            <a:off x="685800" y="2857500"/>
            <a:ext cx="1082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800" b="1">
                <a:solidFill>
                  <a:srgbClr val="00B4F0"/>
                </a:solidFill>
                <a:latin typeface="Arial"/>
                <a:ea typeface="Arial"/>
                <a:cs typeface="Arial"/>
              </a:defRPr>
            </a:defPPr>
            <a:lvl1pPr algn="l">
              <a:defRPr sz="7800" b="1">
                <a:solidFill>
                  <a:srgbClr val="00B4F0"/>
                </a:solidFill>
                <a:latin typeface="Arial"/>
                <a:ea typeface="Arial"/>
                <a:cs typeface="Arial"/>
              </a:defRPr>
            </a:lvl1pPr>
            <a:lvl2pPr algn="l">
              <a:defRPr sz="7800" b="1">
                <a:solidFill>
                  <a:srgbClr val="00B4F0"/>
                </a:solidFill>
                <a:latin typeface="Arial"/>
                <a:ea typeface="Arial"/>
                <a:cs typeface="Arial"/>
              </a:defRPr>
            </a:lvl2pPr>
            <a:lvl3pPr algn="l">
              <a:defRPr sz="7800" b="1">
                <a:solidFill>
                  <a:srgbClr val="00B4F0"/>
                </a:solidFill>
                <a:latin typeface="Arial"/>
                <a:ea typeface="Arial"/>
                <a:cs typeface="Arial"/>
              </a:defRPr>
            </a:lvl3pPr>
            <a:lvl4pPr algn="l">
              <a:defRPr sz="7800" b="1">
                <a:solidFill>
                  <a:srgbClr val="00B4F0"/>
                </a:solidFill>
                <a:latin typeface="Arial"/>
                <a:ea typeface="Arial"/>
                <a:cs typeface="Arial"/>
              </a:defRPr>
            </a:lvl4pPr>
            <a:lvl5pPr algn="l">
              <a:defRPr sz="7800" b="1">
                <a:solidFill>
                  <a:srgbClr val="00B4F0"/>
                </a:solidFill>
                <a:latin typeface="Arial"/>
                <a:ea typeface="Arial"/>
                <a:cs typeface="Arial"/>
              </a:defRPr>
            </a:lvl5pPr>
            <a:lvl6pPr algn="l">
              <a:defRPr sz="7800" b="1">
                <a:solidFill>
                  <a:srgbClr val="00B4F0"/>
                </a:solidFill>
                <a:latin typeface="Arial"/>
                <a:ea typeface="Arial"/>
                <a:cs typeface="Arial"/>
              </a:defRPr>
            </a:lvl6pPr>
            <a:lvl7pPr algn="l">
              <a:defRPr sz="7800" b="1">
                <a:solidFill>
                  <a:srgbClr val="00B4F0"/>
                </a:solidFill>
                <a:latin typeface="Arial"/>
                <a:ea typeface="Arial"/>
                <a:cs typeface="Arial"/>
              </a:defRPr>
            </a:lvl7pPr>
            <a:lvl8pPr algn="l">
              <a:defRPr sz="7800" b="1">
                <a:solidFill>
                  <a:srgbClr val="00B4F0"/>
                </a:solidFill>
                <a:latin typeface="Arial"/>
                <a:ea typeface="Arial"/>
                <a:cs typeface="Arial"/>
              </a:defRPr>
            </a:lvl8pPr>
            <a:lvl9pPr algn="l">
              <a:defRPr sz="7800" b="1">
                <a:solidFill>
                  <a:srgbClr val="00B4F0"/>
                </a:solidFill>
                <a:latin typeface="Arial"/>
                <a:ea typeface="Arial"/>
                <a:cs typeface="Arial"/>
              </a:defRPr>
            </a:lvl9pPr>
          </a:lstStyle>
          <a:p xmlns:a="http://schemas.openxmlformats.org/drawingml/2006/main">
            <a:pPr algn="l">
              <a:defRPr sz="7800" b="1">
                <a:solidFill>
                  <a:srgbClr val="00B4F0"/>
                </a:solidFill>
                <a:latin typeface="Arial"/>
                <a:ea typeface="Arial"/>
                <a:cs typeface="Arial"/>
              </a:defRPr>
            </a:pPr>
            <a:r>
              <a:rPr sz="7800" b="1">
                <a:solidFill>
                  <a:srgbClr val="00B4F0"/>
                </a:solidFill>
                <a:latin typeface="Arial"/>
                <a:ea typeface="Arial"/>
                <a:cs typeface="Arial"/>
              </a:rPr>
              <a:t>you choose.</a:t>
            </a:r>
          </a:p>
        </p:txBody>
      </p:sp>
      <p:sp>
        <p:nvSpPr>
          <p:cNvPr id="4" name="support">
            <a:extLst xmlns:a="http://schemas.openxmlformats.org/drawingml/2006/main">
              <a:ext uri="{FF2B5EF4-FFF2-40B4-BE49-F238E27FC236}">
                <a16:creationId xmlns:a16="http://schemas.microsoft.com/office/drawing/2014/main" id="{2D1C62A1-E4F8-4BD1-BA5C-CB0554985D45}"/>
              </a:ext>
            </a:extLst>
          </p:cNvPr>
          <p:cNvSpPr>
            <a:spLocks xmlns:a="http://schemas.openxmlformats.org/drawingml/2006/main" noGrp="1"/>
          </p:cNvSpPr>
          <p:nvPr/>
        </p:nvSpPr>
        <p:spPr>
          <a:xfrm xmlns:a="http://schemas.openxmlformats.org/drawingml/2006/main">
            <a:off x="723900" y="5048250"/>
            <a:ext cx="10782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94A3B8"/>
                </a:solidFill>
                <a:latin typeface="Arial"/>
                <a:ea typeface="Arial"/>
                <a:cs typeface="Arial"/>
              </a:defRPr>
            </a:defPPr>
            <a:lvl1pPr algn="l">
              <a:defRPr sz="2550" b="0">
                <a:solidFill>
                  <a:srgbClr val="94A3B8"/>
                </a:solidFill>
                <a:latin typeface="Arial"/>
                <a:ea typeface="Arial"/>
                <a:cs typeface="Arial"/>
              </a:defRPr>
            </a:lvl1pPr>
            <a:lvl2pPr algn="l">
              <a:defRPr sz="2550" b="0">
                <a:solidFill>
                  <a:srgbClr val="94A3B8"/>
                </a:solidFill>
                <a:latin typeface="Arial"/>
                <a:ea typeface="Arial"/>
                <a:cs typeface="Arial"/>
              </a:defRPr>
            </a:lvl2pPr>
            <a:lvl3pPr algn="l">
              <a:defRPr sz="2550" b="0">
                <a:solidFill>
                  <a:srgbClr val="94A3B8"/>
                </a:solidFill>
                <a:latin typeface="Arial"/>
                <a:ea typeface="Arial"/>
                <a:cs typeface="Arial"/>
              </a:defRPr>
            </a:lvl3pPr>
            <a:lvl4pPr algn="l">
              <a:defRPr sz="2550" b="0">
                <a:solidFill>
                  <a:srgbClr val="94A3B8"/>
                </a:solidFill>
                <a:latin typeface="Arial"/>
                <a:ea typeface="Arial"/>
                <a:cs typeface="Arial"/>
              </a:defRPr>
            </a:lvl4pPr>
            <a:lvl5pPr algn="l">
              <a:defRPr sz="2550" b="0">
                <a:solidFill>
                  <a:srgbClr val="94A3B8"/>
                </a:solidFill>
                <a:latin typeface="Arial"/>
                <a:ea typeface="Arial"/>
                <a:cs typeface="Arial"/>
              </a:defRPr>
            </a:lvl5pPr>
            <a:lvl6pPr algn="l">
              <a:defRPr sz="2550" b="0">
                <a:solidFill>
                  <a:srgbClr val="94A3B8"/>
                </a:solidFill>
                <a:latin typeface="Arial"/>
                <a:ea typeface="Arial"/>
                <a:cs typeface="Arial"/>
              </a:defRPr>
            </a:lvl6pPr>
            <a:lvl7pPr algn="l">
              <a:defRPr sz="2550" b="0">
                <a:solidFill>
                  <a:srgbClr val="94A3B8"/>
                </a:solidFill>
                <a:latin typeface="Arial"/>
                <a:ea typeface="Arial"/>
                <a:cs typeface="Arial"/>
              </a:defRPr>
            </a:lvl7pPr>
            <a:lvl8pPr algn="l">
              <a:defRPr sz="2550" b="0">
                <a:solidFill>
                  <a:srgbClr val="94A3B8"/>
                </a:solidFill>
                <a:latin typeface="Arial"/>
                <a:ea typeface="Arial"/>
                <a:cs typeface="Arial"/>
              </a:defRPr>
            </a:lvl8pPr>
            <a:lvl9pPr algn="l">
              <a:defRPr sz="2550" b="0">
                <a:solidFill>
                  <a:srgbClr val="94A3B8"/>
                </a:solidFill>
                <a:latin typeface="Arial"/>
                <a:ea typeface="Arial"/>
                <a:cs typeface="Arial"/>
              </a:defRPr>
            </a:lvl9pPr>
          </a:lstStyle>
          <a:p xmlns:a="http://schemas.openxmlformats.org/drawingml/2006/main">
            <a:pPr algn="l">
              <a:defRPr sz="2550" b="0">
                <a:solidFill>
                  <a:srgbClr val="94A3B8"/>
                </a:solidFill>
                <a:latin typeface="Arial"/>
                <a:ea typeface="Arial"/>
                <a:cs typeface="Arial"/>
              </a:defRPr>
            </a:pPr>
            <a:r>
              <a:rPr sz="2550" b="0">
                <a:solidFill>
                  <a:srgbClr val="94A3B8"/>
                </a:solidFill>
                <a:latin typeface="Arial"/>
                <a:ea typeface="Arial"/>
                <a:cs typeface="Arial"/>
              </a:rPr>
              <a:t>Hide your profile. Stay in control.</a:t>
            </a:r>
          </a:p>
        </p:txBody>
      </p:sp>
    </p:spTree>
    <p:extLst>
      <p:ext uri="{BB962C8B-B14F-4D97-AF65-F5344CB8AC3E}">
        <p14:creationId xmlns:p14="http://schemas.microsoft.com/office/powerpoint/2010/main" val="1557866823"/>
      </p:ext>
    </p:extLst>
  </p:cSld>
</p:sld>
</file>

<file path=ppt/slides/slide9.xml><?xml version="1.0" encoding="utf-8"?>
<p:sld xmlns:p="http://schemas.openxmlformats.org/presentationml/2006/main">
  <p:cSld>
    <p:bg>
      <p:bgPr>
        <a:solidFill xmlns:a="http://schemas.openxmlformats.org/drawingml/2006/main">
          <a:srgbClr val="020617"/>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4439FE01-5916-4389-AC6F-EBD4499145C9}"/>
              </a:ext>
            </a:extLst>
          </p:cNvPr>
          <p:cNvSpPr>
            <a:spLocks xmlns:a="http://schemas.openxmlformats.org/drawingml/2006/main" noGrp="1"/>
          </p:cNvSpPr>
          <p:nvPr/>
        </p:nvSpPr>
        <p:spPr>
          <a:xfrm xmlns:a="http://schemas.openxmlformats.org/drawingml/2006/main">
            <a:off x="685800" y="4191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0B4F0"/>
                </a:solidFill>
                <a:latin typeface="Arial"/>
                <a:ea typeface="Arial"/>
                <a:cs typeface="Arial"/>
              </a:defRPr>
            </a:defPPr>
            <a:lvl1pPr algn="l">
              <a:defRPr sz="2025" b="1">
                <a:solidFill>
                  <a:srgbClr val="00B4F0"/>
                </a:solidFill>
                <a:latin typeface="Arial"/>
                <a:ea typeface="Arial"/>
                <a:cs typeface="Arial"/>
              </a:defRPr>
            </a:lvl1pPr>
            <a:lvl2pPr algn="l">
              <a:defRPr sz="2025" b="1">
                <a:solidFill>
                  <a:srgbClr val="00B4F0"/>
                </a:solidFill>
                <a:latin typeface="Arial"/>
                <a:ea typeface="Arial"/>
                <a:cs typeface="Arial"/>
              </a:defRPr>
            </a:lvl2pPr>
            <a:lvl3pPr algn="l">
              <a:defRPr sz="2025" b="1">
                <a:solidFill>
                  <a:srgbClr val="00B4F0"/>
                </a:solidFill>
                <a:latin typeface="Arial"/>
                <a:ea typeface="Arial"/>
                <a:cs typeface="Arial"/>
              </a:defRPr>
            </a:lvl3pPr>
            <a:lvl4pPr algn="l">
              <a:defRPr sz="2025" b="1">
                <a:solidFill>
                  <a:srgbClr val="00B4F0"/>
                </a:solidFill>
                <a:latin typeface="Arial"/>
                <a:ea typeface="Arial"/>
                <a:cs typeface="Arial"/>
              </a:defRPr>
            </a:lvl4pPr>
            <a:lvl5pPr algn="l">
              <a:defRPr sz="2025" b="1">
                <a:solidFill>
                  <a:srgbClr val="00B4F0"/>
                </a:solidFill>
                <a:latin typeface="Arial"/>
                <a:ea typeface="Arial"/>
                <a:cs typeface="Arial"/>
              </a:defRPr>
            </a:lvl5pPr>
            <a:lvl6pPr algn="l">
              <a:defRPr sz="2025" b="1">
                <a:solidFill>
                  <a:srgbClr val="00B4F0"/>
                </a:solidFill>
                <a:latin typeface="Arial"/>
                <a:ea typeface="Arial"/>
                <a:cs typeface="Arial"/>
              </a:defRPr>
            </a:lvl6pPr>
            <a:lvl7pPr algn="l">
              <a:defRPr sz="2025" b="1">
                <a:solidFill>
                  <a:srgbClr val="00B4F0"/>
                </a:solidFill>
                <a:latin typeface="Arial"/>
                <a:ea typeface="Arial"/>
                <a:cs typeface="Arial"/>
              </a:defRPr>
            </a:lvl7pPr>
            <a:lvl8pPr algn="l">
              <a:defRPr sz="2025" b="1">
                <a:solidFill>
                  <a:srgbClr val="00B4F0"/>
                </a:solidFill>
                <a:latin typeface="Arial"/>
                <a:ea typeface="Arial"/>
                <a:cs typeface="Arial"/>
              </a:defRPr>
            </a:lvl8pPr>
            <a:lvl9pPr algn="l">
              <a:defRPr sz="2025" b="1">
                <a:solidFill>
                  <a:srgbClr val="00B4F0"/>
                </a:solidFill>
                <a:latin typeface="Arial"/>
                <a:ea typeface="Arial"/>
                <a:cs typeface="Arial"/>
              </a:defRPr>
            </a:lvl9pPr>
          </a:lstStyle>
          <a:p xmlns:a="http://schemas.openxmlformats.org/drawingml/2006/main">
            <a:pPr algn="l">
              <a:defRPr sz="2025" b="1">
                <a:solidFill>
                  <a:srgbClr val="00B4F0"/>
                </a:solidFill>
                <a:latin typeface="Arial"/>
                <a:ea typeface="Arial"/>
                <a:cs typeface="Arial"/>
              </a:defRPr>
            </a:pPr>
            <a:r>
              <a:rPr sz="2025" b="1">
                <a:solidFill>
                  <a:srgbClr val="00B4F0"/>
                </a:solidFill>
                <a:latin typeface="Arial"/>
                <a:ea typeface="Arial"/>
                <a:cs typeface="Arial"/>
              </a:rPr>
              <a:t>BumpIn</a:t>
            </a:r>
          </a:p>
        </p:txBody>
      </p:sp>
      <p:sp>
        <p:nvSpPr>
          <p:cNvPr id="2" name="headline1">
            <a:extLst xmlns:a="http://schemas.openxmlformats.org/drawingml/2006/main">
              <a:ext uri="{FF2B5EF4-FFF2-40B4-BE49-F238E27FC236}">
                <a16:creationId xmlns:a16="http://schemas.microsoft.com/office/drawing/2014/main" id="{F71C28B8-359B-49E7-BFE7-811ACD1AC1FF}"/>
              </a:ext>
            </a:extLst>
          </p:cNvPr>
          <p:cNvSpPr>
            <a:spLocks xmlns:a="http://schemas.openxmlformats.org/drawingml/2006/main" noGrp="1"/>
          </p:cNvSpPr>
          <p:nvPr/>
        </p:nvSpPr>
        <p:spPr>
          <a:xfrm xmlns:a="http://schemas.openxmlformats.org/drawingml/2006/main">
            <a:off x="685800" y="180975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900" b="1">
                <a:solidFill>
                  <a:srgbClr val="F8FAFC"/>
                </a:solidFill>
                <a:latin typeface="Arial"/>
                <a:ea typeface="Arial"/>
                <a:cs typeface="Arial"/>
              </a:defRPr>
            </a:defPPr>
            <a:lvl1pPr algn="l">
              <a:defRPr sz="6900" b="1">
                <a:solidFill>
                  <a:srgbClr val="F8FAFC"/>
                </a:solidFill>
                <a:latin typeface="Arial"/>
                <a:ea typeface="Arial"/>
                <a:cs typeface="Arial"/>
              </a:defRPr>
            </a:lvl1pPr>
            <a:lvl2pPr algn="l">
              <a:defRPr sz="6900" b="1">
                <a:solidFill>
                  <a:srgbClr val="F8FAFC"/>
                </a:solidFill>
                <a:latin typeface="Arial"/>
                <a:ea typeface="Arial"/>
                <a:cs typeface="Arial"/>
              </a:defRPr>
            </a:lvl2pPr>
            <a:lvl3pPr algn="l">
              <a:defRPr sz="6900" b="1">
                <a:solidFill>
                  <a:srgbClr val="F8FAFC"/>
                </a:solidFill>
                <a:latin typeface="Arial"/>
                <a:ea typeface="Arial"/>
                <a:cs typeface="Arial"/>
              </a:defRPr>
            </a:lvl3pPr>
            <a:lvl4pPr algn="l">
              <a:defRPr sz="6900" b="1">
                <a:solidFill>
                  <a:srgbClr val="F8FAFC"/>
                </a:solidFill>
                <a:latin typeface="Arial"/>
                <a:ea typeface="Arial"/>
                <a:cs typeface="Arial"/>
              </a:defRPr>
            </a:lvl4pPr>
            <a:lvl5pPr algn="l">
              <a:defRPr sz="6900" b="1">
                <a:solidFill>
                  <a:srgbClr val="F8FAFC"/>
                </a:solidFill>
                <a:latin typeface="Arial"/>
                <a:ea typeface="Arial"/>
                <a:cs typeface="Arial"/>
              </a:defRPr>
            </a:lvl5pPr>
            <a:lvl6pPr algn="l">
              <a:defRPr sz="6900" b="1">
                <a:solidFill>
                  <a:srgbClr val="F8FAFC"/>
                </a:solidFill>
                <a:latin typeface="Arial"/>
                <a:ea typeface="Arial"/>
                <a:cs typeface="Arial"/>
              </a:defRPr>
            </a:lvl6pPr>
            <a:lvl7pPr algn="l">
              <a:defRPr sz="6900" b="1">
                <a:solidFill>
                  <a:srgbClr val="F8FAFC"/>
                </a:solidFill>
                <a:latin typeface="Arial"/>
                <a:ea typeface="Arial"/>
                <a:cs typeface="Arial"/>
              </a:defRPr>
            </a:lvl7pPr>
            <a:lvl8pPr algn="l">
              <a:defRPr sz="6900" b="1">
                <a:solidFill>
                  <a:srgbClr val="F8FAFC"/>
                </a:solidFill>
                <a:latin typeface="Arial"/>
                <a:ea typeface="Arial"/>
                <a:cs typeface="Arial"/>
              </a:defRPr>
            </a:lvl8pPr>
            <a:lvl9pPr algn="l">
              <a:defRPr sz="6900" b="1">
                <a:solidFill>
                  <a:srgbClr val="F8FAFC"/>
                </a:solidFill>
                <a:latin typeface="Arial"/>
                <a:ea typeface="Arial"/>
                <a:cs typeface="Arial"/>
              </a:defRPr>
            </a:lvl9pPr>
          </a:lstStyle>
          <a:p xmlns:a="http://schemas.openxmlformats.org/drawingml/2006/main">
            <a:pPr algn="l">
              <a:defRPr sz="6900" b="1">
                <a:solidFill>
                  <a:srgbClr val="F8FAFC"/>
                </a:solidFill>
                <a:latin typeface="Arial"/>
                <a:ea typeface="Arial"/>
                <a:cs typeface="Arial"/>
              </a:defRPr>
            </a:pPr>
            <a:r>
              <a:rPr sz="6900" b="1">
                <a:solidFill>
                  <a:srgbClr val="F8FAFC"/>
                </a:solidFill>
                <a:latin typeface="Arial"/>
                <a:ea typeface="Arial"/>
                <a:cs typeface="Arial"/>
              </a:rPr>
              <a:t>Find your</a:t>
            </a:r>
          </a:p>
        </p:txBody>
      </p:sp>
      <p:sp>
        <p:nvSpPr>
          <p:cNvPr id="3" name="headline2">
            <a:extLst xmlns:a="http://schemas.openxmlformats.org/drawingml/2006/main">
              <a:ext uri="{FF2B5EF4-FFF2-40B4-BE49-F238E27FC236}">
                <a16:creationId xmlns:a16="http://schemas.microsoft.com/office/drawing/2014/main" id="{65D23E88-67E1-4A5A-ABB6-ADD4DFED5BE8}"/>
              </a:ext>
            </a:extLst>
          </p:cNvPr>
          <p:cNvSpPr>
            <a:spLocks xmlns:a="http://schemas.openxmlformats.org/drawingml/2006/main" noGrp="1"/>
          </p:cNvSpPr>
          <p:nvPr/>
        </p:nvSpPr>
        <p:spPr>
          <a:xfrm xmlns:a="http://schemas.openxmlformats.org/drawingml/2006/main">
            <a:off x="685800" y="30480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400" b="1">
                <a:solidFill>
                  <a:srgbClr val="00B4F0"/>
                </a:solidFill>
                <a:latin typeface="Arial"/>
                <a:ea typeface="Arial"/>
                <a:cs typeface="Arial"/>
              </a:defRPr>
            </a:defPPr>
            <a:lvl1pPr algn="l">
              <a:defRPr sz="8400" b="1">
                <a:solidFill>
                  <a:srgbClr val="00B4F0"/>
                </a:solidFill>
                <a:latin typeface="Arial"/>
                <a:ea typeface="Arial"/>
                <a:cs typeface="Arial"/>
              </a:defRPr>
            </a:lvl1pPr>
            <a:lvl2pPr algn="l">
              <a:defRPr sz="8400" b="1">
                <a:solidFill>
                  <a:srgbClr val="00B4F0"/>
                </a:solidFill>
                <a:latin typeface="Arial"/>
                <a:ea typeface="Arial"/>
                <a:cs typeface="Arial"/>
              </a:defRPr>
            </a:lvl2pPr>
            <a:lvl3pPr algn="l">
              <a:defRPr sz="8400" b="1">
                <a:solidFill>
                  <a:srgbClr val="00B4F0"/>
                </a:solidFill>
                <a:latin typeface="Arial"/>
                <a:ea typeface="Arial"/>
                <a:cs typeface="Arial"/>
              </a:defRPr>
            </a:lvl3pPr>
            <a:lvl4pPr algn="l">
              <a:defRPr sz="8400" b="1">
                <a:solidFill>
                  <a:srgbClr val="00B4F0"/>
                </a:solidFill>
                <a:latin typeface="Arial"/>
                <a:ea typeface="Arial"/>
                <a:cs typeface="Arial"/>
              </a:defRPr>
            </a:lvl4pPr>
            <a:lvl5pPr algn="l">
              <a:defRPr sz="8400" b="1">
                <a:solidFill>
                  <a:srgbClr val="00B4F0"/>
                </a:solidFill>
                <a:latin typeface="Arial"/>
                <a:ea typeface="Arial"/>
                <a:cs typeface="Arial"/>
              </a:defRPr>
            </a:lvl5pPr>
            <a:lvl6pPr algn="l">
              <a:defRPr sz="8400" b="1">
                <a:solidFill>
                  <a:srgbClr val="00B4F0"/>
                </a:solidFill>
                <a:latin typeface="Arial"/>
                <a:ea typeface="Arial"/>
                <a:cs typeface="Arial"/>
              </a:defRPr>
            </a:lvl6pPr>
            <a:lvl7pPr algn="l">
              <a:defRPr sz="8400" b="1">
                <a:solidFill>
                  <a:srgbClr val="00B4F0"/>
                </a:solidFill>
                <a:latin typeface="Arial"/>
                <a:ea typeface="Arial"/>
                <a:cs typeface="Arial"/>
              </a:defRPr>
            </a:lvl7pPr>
            <a:lvl8pPr algn="l">
              <a:defRPr sz="8400" b="1">
                <a:solidFill>
                  <a:srgbClr val="00B4F0"/>
                </a:solidFill>
                <a:latin typeface="Arial"/>
                <a:ea typeface="Arial"/>
                <a:cs typeface="Arial"/>
              </a:defRPr>
            </a:lvl8pPr>
            <a:lvl9pPr algn="l">
              <a:defRPr sz="8400" b="1">
                <a:solidFill>
                  <a:srgbClr val="00B4F0"/>
                </a:solidFill>
                <a:latin typeface="Arial"/>
                <a:ea typeface="Arial"/>
                <a:cs typeface="Arial"/>
              </a:defRPr>
            </a:lvl9pPr>
          </a:lstStyle>
          <a:p xmlns:a="http://schemas.openxmlformats.org/drawingml/2006/main">
            <a:pPr algn="l">
              <a:defRPr sz="8400" b="1">
                <a:solidFill>
                  <a:srgbClr val="00B4F0"/>
                </a:solidFill>
                <a:latin typeface="Arial"/>
                <a:ea typeface="Arial"/>
                <a:cs typeface="Arial"/>
              </a:defRPr>
            </a:pPr>
            <a:r>
              <a:rPr sz="8400" b="1">
                <a:solidFill>
                  <a:srgbClr val="00B4F0"/>
                </a:solidFill>
                <a:latin typeface="Arial"/>
                <a:ea typeface="Arial"/>
                <a:cs typeface="Arial"/>
              </a:rPr>
              <a:t>people.</a:t>
            </a:r>
          </a:p>
        </p:txBody>
      </p:sp>
      <p:sp>
        <p:nvSpPr>
          <p:cNvPr id="4" name="app-link">
            <a:extLst xmlns:a="http://schemas.openxmlformats.org/drawingml/2006/main">
              <a:ext uri="{FF2B5EF4-FFF2-40B4-BE49-F238E27FC236}">
                <a16:creationId xmlns:a16="http://schemas.microsoft.com/office/drawing/2014/main" id="{68B74BED-AF0C-4F3A-A818-60955BF139DA}"/>
              </a:ext>
            </a:extLst>
          </p:cNvPr>
          <p:cNvSpPr>
            <a:spLocks xmlns:a="http://schemas.openxmlformats.org/drawingml/2006/main" noGrp="1"/>
          </p:cNvSpPr>
          <p:nvPr/>
        </p:nvSpPr>
        <p:spPr>
          <a:xfrm xmlns:a="http://schemas.openxmlformats.org/drawingml/2006/main">
            <a:off x="723900" y="54292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94A3B8"/>
                </a:solidFill>
                <a:latin typeface="Arial"/>
                <a:ea typeface="Arial"/>
                <a:cs typeface="Arial"/>
              </a:defRPr>
            </a:defPPr>
            <a:lvl1pPr algn="l">
              <a:defRPr sz="2175" b="0">
                <a:solidFill>
                  <a:srgbClr val="94A3B8"/>
                </a:solidFill>
                <a:latin typeface="Arial"/>
                <a:ea typeface="Arial"/>
                <a:cs typeface="Arial"/>
              </a:defRPr>
            </a:lvl1pPr>
            <a:lvl2pPr algn="l">
              <a:defRPr sz="2175" b="0">
                <a:solidFill>
                  <a:srgbClr val="94A3B8"/>
                </a:solidFill>
                <a:latin typeface="Arial"/>
                <a:ea typeface="Arial"/>
                <a:cs typeface="Arial"/>
              </a:defRPr>
            </a:lvl2pPr>
            <a:lvl3pPr algn="l">
              <a:defRPr sz="2175" b="0">
                <a:solidFill>
                  <a:srgbClr val="94A3B8"/>
                </a:solidFill>
                <a:latin typeface="Arial"/>
                <a:ea typeface="Arial"/>
                <a:cs typeface="Arial"/>
              </a:defRPr>
            </a:lvl3pPr>
            <a:lvl4pPr algn="l">
              <a:defRPr sz="2175" b="0">
                <a:solidFill>
                  <a:srgbClr val="94A3B8"/>
                </a:solidFill>
                <a:latin typeface="Arial"/>
                <a:ea typeface="Arial"/>
                <a:cs typeface="Arial"/>
              </a:defRPr>
            </a:lvl4pPr>
            <a:lvl5pPr algn="l">
              <a:defRPr sz="2175" b="0">
                <a:solidFill>
                  <a:srgbClr val="94A3B8"/>
                </a:solidFill>
                <a:latin typeface="Arial"/>
                <a:ea typeface="Arial"/>
                <a:cs typeface="Arial"/>
              </a:defRPr>
            </a:lvl5pPr>
            <a:lvl6pPr algn="l">
              <a:defRPr sz="2175" b="0">
                <a:solidFill>
                  <a:srgbClr val="94A3B8"/>
                </a:solidFill>
                <a:latin typeface="Arial"/>
                <a:ea typeface="Arial"/>
                <a:cs typeface="Arial"/>
              </a:defRPr>
            </a:lvl6pPr>
            <a:lvl7pPr algn="l">
              <a:defRPr sz="2175" b="0">
                <a:solidFill>
                  <a:srgbClr val="94A3B8"/>
                </a:solidFill>
                <a:latin typeface="Arial"/>
                <a:ea typeface="Arial"/>
                <a:cs typeface="Arial"/>
              </a:defRPr>
            </a:lvl7pPr>
            <a:lvl8pPr algn="l">
              <a:defRPr sz="2175" b="0">
                <a:solidFill>
                  <a:srgbClr val="94A3B8"/>
                </a:solidFill>
                <a:latin typeface="Arial"/>
                <a:ea typeface="Arial"/>
                <a:cs typeface="Arial"/>
              </a:defRPr>
            </a:lvl8pPr>
            <a:lvl9pPr algn="l">
              <a:defRPr sz="2175" b="0">
                <a:solidFill>
                  <a:srgbClr val="94A3B8"/>
                </a:solidFill>
                <a:latin typeface="Arial"/>
                <a:ea typeface="Arial"/>
                <a:cs typeface="Arial"/>
              </a:defRPr>
            </a:lvl9pPr>
          </a:lstStyle>
          <a:p xmlns:a="http://schemas.openxmlformats.org/drawingml/2006/main">
            <a:pPr algn="l">
              <a:defRPr sz="2175" b="0">
                <a:solidFill>
                  <a:srgbClr val="94A3B8"/>
                </a:solidFill>
                <a:latin typeface="Arial"/>
                <a:ea typeface="Arial"/>
                <a:cs typeface="Arial"/>
              </a:defRPr>
            </a:pPr>
            <a:r>
              <a:rPr sz="2175" b="0">
                <a:solidFill>
                  <a:srgbClr val="94A3B8"/>
                </a:solidFill>
                <a:latin typeface="Arial"/>
                <a:ea typeface="Arial"/>
                <a:cs typeface="Arial"/>
                <a:hlinkClick xmlns:r="http://schemas.openxmlformats.org/officeDocument/2006/relationships" r:id="R2fd9bb79f0644204"/>
              </a:rPr>
              <a:t>bumpin-silk.vercel.app</a:t>
            </a:r>
          </a:p>
        </p:txBody>
      </p:sp>
      <p:pic>
        <p:nvPicPr>
          <p:cNvPr id="5" name="">
            <a:extLst xmlns:a="http://schemas.openxmlformats.org/drawingml/2006/main">
              <a:ext uri="{FF2B5EF4-FFF2-40B4-BE49-F238E27FC236}">
                <a16:creationId xmlns:a16="http://schemas.microsoft.com/office/drawing/2014/main" id="{78ABA840-216B-4B3E-B975-0822D869E124}"/>
              </a:ext>
            </a:extLst>
          </p:cNvPr>
          <p:cNvPicPr>
            <a:picLocks xmlns:a="http://schemas.openxmlformats.org/drawingml/2006/main" noChangeAspect="1"/>
          </p:cNvPicPr>
          <p:nvPr/>
        </p:nvPicPr>
        <p:blipFill>
          <a:blip xmlns:r="http://schemas.openxmlformats.org/officeDocument/2006/relationships" xmlns:a="http://schemas.openxmlformats.org/drawingml/2006/main" r:embed="R03d237597d954352"/>
          <a:stretch xmlns:a="http://schemas.openxmlformats.org/drawingml/2006/main"/>
        </p:blipFill>
        <p:spPr>
          <a:xfrm xmlns:a="http://schemas.openxmlformats.org/drawingml/2006/main">
            <a:off x="7620000" y="1524000"/>
            <a:ext cx="3619500" cy="3619500"/>
          </a:xfrm>
          <a:prstGeom xmlns:a="http://schemas.openxmlformats.org/drawingml/2006/main" prst="rect">
            <a:avLst/>
          </a:prstGeom>
        </p:spPr>
      </p:pic>
      <p:sp>
        <p:nvSpPr>
          <p:cNvPr id="6" name="qr-label">
            <a:extLst xmlns:a="http://schemas.openxmlformats.org/drawingml/2006/main">
              <a:ext uri="{FF2B5EF4-FFF2-40B4-BE49-F238E27FC236}">
                <a16:creationId xmlns:a16="http://schemas.microsoft.com/office/drawing/2014/main" id="{AA93924A-1680-402F-9206-6AC4A55888D4}"/>
              </a:ext>
            </a:extLst>
          </p:cNvPr>
          <p:cNvSpPr>
            <a:spLocks xmlns:a="http://schemas.openxmlformats.org/drawingml/2006/main" noGrp="1"/>
          </p:cNvSpPr>
          <p:nvPr/>
        </p:nvSpPr>
        <p:spPr>
          <a:xfrm xmlns:a="http://schemas.openxmlformats.org/drawingml/2006/main">
            <a:off x="7239000" y="542925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8FAFC"/>
                </a:solidFill>
                <a:latin typeface="Arial"/>
                <a:ea typeface="Arial"/>
                <a:cs typeface="Arial"/>
              </a:defRPr>
            </a:defPPr>
            <a:lvl1pPr algn="ctr">
              <a:defRPr sz="2250" b="1">
                <a:solidFill>
                  <a:srgbClr val="F8FAFC"/>
                </a:solidFill>
                <a:latin typeface="Arial"/>
                <a:ea typeface="Arial"/>
                <a:cs typeface="Arial"/>
              </a:defRPr>
            </a:lvl1pPr>
            <a:lvl2pPr algn="ctr">
              <a:defRPr sz="2250" b="1">
                <a:solidFill>
                  <a:srgbClr val="F8FAFC"/>
                </a:solidFill>
                <a:latin typeface="Arial"/>
                <a:ea typeface="Arial"/>
                <a:cs typeface="Arial"/>
              </a:defRPr>
            </a:lvl2pPr>
            <a:lvl3pPr algn="ctr">
              <a:defRPr sz="2250" b="1">
                <a:solidFill>
                  <a:srgbClr val="F8FAFC"/>
                </a:solidFill>
                <a:latin typeface="Arial"/>
                <a:ea typeface="Arial"/>
                <a:cs typeface="Arial"/>
              </a:defRPr>
            </a:lvl3pPr>
            <a:lvl4pPr algn="ctr">
              <a:defRPr sz="2250" b="1">
                <a:solidFill>
                  <a:srgbClr val="F8FAFC"/>
                </a:solidFill>
                <a:latin typeface="Arial"/>
                <a:ea typeface="Arial"/>
                <a:cs typeface="Arial"/>
              </a:defRPr>
            </a:lvl4pPr>
            <a:lvl5pPr algn="ctr">
              <a:defRPr sz="2250" b="1">
                <a:solidFill>
                  <a:srgbClr val="F8FAFC"/>
                </a:solidFill>
                <a:latin typeface="Arial"/>
                <a:ea typeface="Arial"/>
                <a:cs typeface="Arial"/>
              </a:defRPr>
            </a:lvl5pPr>
            <a:lvl6pPr algn="ctr">
              <a:defRPr sz="2250" b="1">
                <a:solidFill>
                  <a:srgbClr val="F8FAFC"/>
                </a:solidFill>
                <a:latin typeface="Arial"/>
                <a:ea typeface="Arial"/>
                <a:cs typeface="Arial"/>
              </a:defRPr>
            </a:lvl6pPr>
            <a:lvl7pPr algn="ctr">
              <a:defRPr sz="2250" b="1">
                <a:solidFill>
                  <a:srgbClr val="F8FAFC"/>
                </a:solidFill>
                <a:latin typeface="Arial"/>
                <a:ea typeface="Arial"/>
                <a:cs typeface="Arial"/>
              </a:defRPr>
            </a:lvl7pPr>
            <a:lvl8pPr algn="ctr">
              <a:defRPr sz="2250" b="1">
                <a:solidFill>
                  <a:srgbClr val="F8FAFC"/>
                </a:solidFill>
                <a:latin typeface="Arial"/>
                <a:ea typeface="Arial"/>
                <a:cs typeface="Arial"/>
              </a:defRPr>
            </a:lvl8pPr>
            <a:lvl9pPr algn="ctr">
              <a:defRPr sz="2250" b="1">
                <a:solidFill>
                  <a:srgbClr val="F8FAFC"/>
                </a:solidFill>
                <a:latin typeface="Arial"/>
                <a:ea typeface="Arial"/>
                <a:cs typeface="Arial"/>
              </a:defRPr>
            </a:lvl9pPr>
          </a:lstStyle>
          <a:p xmlns:a="http://schemas.openxmlformats.org/drawingml/2006/main">
            <a:pPr algn="ctr">
              <a:defRPr sz="2250" b="1">
                <a:solidFill>
                  <a:srgbClr val="F8FAFC"/>
                </a:solidFill>
                <a:latin typeface="Arial"/>
                <a:ea typeface="Arial"/>
                <a:cs typeface="Arial"/>
              </a:defRPr>
            </a:pPr>
            <a:r>
              <a:rPr sz="2250" b="1">
                <a:solidFill>
                  <a:srgbClr val="F8FAFC"/>
                </a:solidFill>
                <a:latin typeface="Arial"/>
                <a:ea typeface="Arial"/>
                <a:cs typeface="Arial"/>
              </a:rPr>
              <a:t>Make the introduction.</a:t>
            </a:r>
          </a:p>
        </p:txBody>
      </p:sp>
    </p:spTree>
    <p:extLst>
      <p:ext uri="{BB962C8B-B14F-4D97-AF65-F5344CB8AC3E}">
        <p14:creationId xmlns:p14="http://schemas.microsoft.com/office/powerpoint/2010/main" val="782191852"/>
      </p:ext>
    </p:extLst>
  </p:cSld>
</p:sld>
</file>

<file path=ppt/slides/slide10.xml><?xml version="1.0" encoding="utf-8"?>
<p:sld xmlns:p="http://schemas.openxmlformats.org/presentationml/2006/main" show="0">
  <p:cSld>
    <p:bg>
      <p:bgPr>
        <a:solidFill xmlns:a="http://schemas.openxmlformats.org/drawingml/2006/main">
          <a:srgbClr val="020617"/>
        </a:solidFill>
      </p:bgPr>
    </p:bg>
    <p:spTree>
      <p:nvGrpSpPr>
        <p:cNvPr id="1" name=""/>
        <p:cNvGrpSpPr/>
        <p:nvPr/>
      </p:nvGrpSpPr>
      <p:grpSpPr>
        <a:xfrm xmlns:a="http://schemas.openxmlformats.org/drawingml/2006/main"/>
      </p:grpSpPr>
      <p:pic>
        <p:nvPicPr>
          <p:cNvPr id="3" name="Embedded mission.mp4">
            <ns0:hlinkClick xmlns:ns0="http://schemas.openxmlformats.org/drawingml/2006/main" xmlns:ns1="http://schemas.openxmlformats.org/officeDocument/2006/relationships" ns1:id="" action="ppaction://media"/>
            <a:extLst xmlns:a="http://schemas.openxmlformats.org/drawingml/2006/main">
              <a:ext uri="{FF2B5EF4-FFF2-40B4-BE49-F238E27FC236}">
                <a16:creationId xmlns:a16="http://schemas.microsoft.com/office/drawing/2014/main" id="{7E555783-6152-4954-A91A-57B6203F66EE}"/>
              </a:ext>
            </a:extLst>
          </p:cNvPr>
          <p:cNvPicPr>
            <a:picLocks xmlns:a="http://schemas.openxmlformats.org/drawingml/2006/main" noChangeAspect="1"/>
          </p:cNvPicPr>
          <p:nvPr>
            <ns0:videoFile xmlns:ns0="http://schemas.openxmlformats.org/drawingml/2006/main" xmlns:ns1="http://schemas.openxmlformats.org/officeDocument/2006/relationships" ns1:link="rIdBumpVideo"/>
            <p:extLst>
              <p:ext uri="{DAA4B4D4-6D71-4841-9C94-3DE7FCFB9230}">
                <ns0:media xmlns:ns0="http://schemas.microsoft.com/office/powerpoint/2010/main" xmlns:ns1="http://schemas.openxmlformats.org/officeDocument/2006/relationships" ns1:embed="rIdBumpMedia"/>
              </p:ext>
            </p:extLst>
          </p:nvPr>
        </p:nvPicPr>
        <p:blipFill>
          <a:blip xmlns:r="http://schemas.openxmlformats.org/officeDocument/2006/relationships" xmlns:a="http://schemas.openxmlformats.org/drawingml/2006/main" r:embed="R6f8d81e3d94c4bc5"/>
          <a:stretch xmlns:a="http://schemas.openxmlformats.org/drawingml/2006/main"/>
        </p:blipFill>
        <p:spPr>
          <a:xfrm xmlns:a="http://schemas.openxmlformats.org/drawingml/2006/main">
            <a:off x="1354667" y="0"/>
            <a:ext cx="9482667" cy="5334000"/>
          </a:xfrm>
          <a:prstGeom xmlns:a="http://schemas.openxmlformats.org/drawingml/2006/main" prst="rect">
            <a:avLst/>
          </a:prstGeom>
        </p:spPr>
      </p:pic>
      <p:sp>
        <p:nvSpPr>
          <p:cNvPr id="2" name="caption">
            <a:extLst xmlns:a="http://schemas.openxmlformats.org/drawingml/2006/main">
              <a:ext uri="{FF2B5EF4-FFF2-40B4-BE49-F238E27FC236}">
                <a16:creationId xmlns:a16="http://schemas.microsoft.com/office/drawing/2014/main" id="{FAE3AFEB-6D4D-40AB-B335-03DEB565B629}"/>
              </a:ext>
            </a:extLst>
          </p:cNvPr>
          <p:cNvSpPr>
            <a:spLocks xmlns:a="http://schemas.openxmlformats.org/drawingml/2006/main" noGrp="1"/>
          </p:cNvSpPr>
          <p:nvPr/>
        </p:nvSpPr>
        <p:spPr>
          <a:xfrm xmlns:a="http://schemas.openxmlformats.org/drawingml/2006/main">
            <a:off x="685800" y="550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1">
                <a:solidFill>
                  <a:srgbClr val="F8FAFC"/>
                </a:solidFill>
                <a:latin typeface="Arial"/>
                <a:ea typeface="Arial"/>
                <a:cs typeface="Arial"/>
              </a:defRPr>
            </a:defPPr>
            <a:lvl1pPr algn="ctr">
              <a:defRPr sz="3600" b="1">
                <a:solidFill>
                  <a:srgbClr val="F8FAFC"/>
                </a:solidFill>
                <a:latin typeface="Arial"/>
                <a:ea typeface="Arial"/>
                <a:cs typeface="Arial"/>
              </a:defRPr>
            </a:lvl1pPr>
            <a:lvl2pPr algn="ctr">
              <a:defRPr sz="3600" b="1">
                <a:solidFill>
                  <a:srgbClr val="F8FAFC"/>
                </a:solidFill>
                <a:latin typeface="Arial"/>
                <a:ea typeface="Arial"/>
                <a:cs typeface="Arial"/>
              </a:defRPr>
            </a:lvl2pPr>
            <a:lvl3pPr algn="ctr">
              <a:defRPr sz="3600" b="1">
                <a:solidFill>
                  <a:srgbClr val="F8FAFC"/>
                </a:solidFill>
                <a:latin typeface="Arial"/>
                <a:ea typeface="Arial"/>
                <a:cs typeface="Arial"/>
              </a:defRPr>
            </a:lvl3pPr>
            <a:lvl4pPr algn="ctr">
              <a:defRPr sz="3600" b="1">
                <a:solidFill>
                  <a:srgbClr val="F8FAFC"/>
                </a:solidFill>
                <a:latin typeface="Arial"/>
                <a:ea typeface="Arial"/>
                <a:cs typeface="Arial"/>
              </a:defRPr>
            </a:lvl4pPr>
            <a:lvl5pPr algn="ctr">
              <a:defRPr sz="3600" b="1">
                <a:solidFill>
                  <a:srgbClr val="F8FAFC"/>
                </a:solidFill>
                <a:latin typeface="Arial"/>
                <a:ea typeface="Arial"/>
                <a:cs typeface="Arial"/>
              </a:defRPr>
            </a:lvl5pPr>
            <a:lvl6pPr algn="ctr">
              <a:defRPr sz="3600" b="1">
                <a:solidFill>
                  <a:srgbClr val="F8FAFC"/>
                </a:solidFill>
                <a:latin typeface="Arial"/>
                <a:ea typeface="Arial"/>
                <a:cs typeface="Arial"/>
              </a:defRPr>
            </a:lvl6pPr>
            <a:lvl7pPr algn="ctr">
              <a:defRPr sz="3600" b="1">
                <a:solidFill>
                  <a:srgbClr val="F8FAFC"/>
                </a:solidFill>
                <a:latin typeface="Arial"/>
                <a:ea typeface="Arial"/>
                <a:cs typeface="Arial"/>
              </a:defRPr>
            </a:lvl7pPr>
            <a:lvl8pPr algn="ctr">
              <a:defRPr sz="3600" b="1">
                <a:solidFill>
                  <a:srgbClr val="F8FAFC"/>
                </a:solidFill>
                <a:latin typeface="Arial"/>
                <a:ea typeface="Arial"/>
                <a:cs typeface="Arial"/>
              </a:defRPr>
            </a:lvl8pPr>
            <a:lvl9pPr algn="ctr">
              <a:defRPr sz="3600" b="1">
                <a:solidFill>
                  <a:srgbClr val="F8FAFC"/>
                </a:solidFill>
                <a:latin typeface="Arial"/>
                <a:ea typeface="Arial"/>
                <a:cs typeface="Arial"/>
              </a:defRPr>
            </a:lvl9pPr>
          </a:lstStyle>
          <a:p xmlns:a="http://schemas.openxmlformats.org/drawingml/2006/main">
            <a:pPr algn="ctr">
              <a:defRPr sz="3600" b="1">
                <a:solidFill>
                  <a:srgbClr val="F8FAFC"/>
                </a:solidFill>
                <a:latin typeface="Arial"/>
                <a:ea typeface="Arial"/>
                <a:cs typeface="Arial"/>
              </a:defRPr>
            </a:pPr>
            <a:r>
              <a:rPr sz="3600" b="1">
                <a:solidFill>
                  <a:srgbClr val="F8FAFC"/>
                </a:solidFill>
                <a:latin typeface="Arial"/>
                <a:ea typeface="Arial"/>
                <a:cs typeface="Arial"/>
              </a:rPr>
              <a:t>Me finding a teammate before the deadline.</a:t>
            </a:r>
          </a:p>
        </p:txBody>
      </p:sp>
    </p:spTree>
    <p:extLst>
      <p:ext uri="{BB962C8B-B14F-4D97-AF65-F5344CB8AC3E}">
        <p14:creationId xmlns:p14="http://schemas.microsoft.com/office/powerpoint/2010/main" val="2054889648"/>
      </p:ext>
    </p:extLst>
  </p:cSld>
  <p:timing>
    <p:tnLst>
      <p:par>
        <p:cTn id="1" dur="indefinite" restart="never" nodeType="tmRoot">
          <p:childTnLst>
            <p:video>
              <p:cMediaNode vol="0">
                <p:cTn id="2" fill="hold" display="0">
                  <p:stCondLst>
                    <p:cond delay="0"/>
                  </p:stCondLst>
                </p:cTn>
                <p:tgtEl>
                  <p:spTgt spid="3"/>
                </p:tgtEl>
              </p:cMediaNode>
            </p:video>
          </p:childTnLst>
        </p:cTn>
      </p:par>
    </p:tnLst>
  </p:timing>
</p:sld>
</file>

<file path=ppt/slides/slide11.xml><?xml version="1.0" encoding="utf-8"?>
<p:sld xmlns:p="http://schemas.openxmlformats.org/presentationml/2006/main" show="0">
  <p:cSld>
    <p:bg>
      <p:bgPr>
        <a:solidFill xmlns:a="http://schemas.openxmlformats.org/drawingml/2006/main">
          <a:srgbClr val="020617"/>
        </a:solidFill>
      </p:bgPr>
    </p:bg>
    <p:spTree>
      <p:nvGrpSpPr>
        <p:cNvPr id="1" name=""/>
        <p:cNvGrpSpPr/>
        <p:nvPr/>
      </p:nvGrpSpPr>
      <p:grpSpPr>
        <a:xfrm xmlns:a="http://schemas.openxmlformats.org/drawingml/2006/main"/>
      </p:grpSpPr>
      <p:pic>
        <p:nvPicPr>
          <p:cNvPr id="3" name="Embedded bean.mp4">
            <ns0:hlinkClick xmlns:ns0="http://schemas.openxmlformats.org/drawingml/2006/main" xmlns:ns1="http://schemas.openxmlformats.org/officeDocument/2006/relationships" ns1:id="" action="ppaction://media"/>
            <a:extLst xmlns:a="http://schemas.openxmlformats.org/drawingml/2006/main">
              <a:ext uri="{FF2B5EF4-FFF2-40B4-BE49-F238E27FC236}">
                <a16:creationId xmlns:a16="http://schemas.microsoft.com/office/drawing/2014/main" id="{95065F3E-FFFE-44E5-80FD-7B1D4EC954B0}"/>
              </a:ext>
            </a:extLst>
          </p:cNvPr>
          <p:cNvPicPr>
            <a:picLocks xmlns:a="http://schemas.openxmlformats.org/drawingml/2006/main" noChangeAspect="1"/>
          </p:cNvPicPr>
          <p:nvPr>
            <ns0:videoFile xmlns:ns0="http://schemas.openxmlformats.org/drawingml/2006/main" xmlns:ns1="http://schemas.openxmlformats.org/officeDocument/2006/relationships" ns1:link="rIdBumpVideo"/>
            <p:extLst>
              <p:ext uri="{DAA4B4D4-6D71-4841-9C94-3DE7FCFB9230}">
                <ns0:media xmlns:ns0="http://schemas.microsoft.com/office/powerpoint/2010/main" xmlns:ns1="http://schemas.openxmlformats.org/officeDocument/2006/relationships" ns1:embed="rIdBumpMedia"/>
              </p:ext>
            </p:extLst>
          </p:nvPr>
        </p:nvPicPr>
        <p:blipFill>
          <a:blip xmlns:r="http://schemas.openxmlformats.org/officeDocument/2006/relationships" xmlns:a="http://schemas.openxmlformats.org/drawingml/2006/main" r:embed="R8beeb2dc5a164c98"/>
          <a:stretch xmlns:a="http://schemas.openxmlformats.org/drawingml/2006/main"/>
        </p:blipFill>
        <p:spPr>
          <a:xfrm xmlns:a="http://schemas.openxmlformats.org/drawingml/2006/main">
            <a:off x="1381125" y="0"/>
            <a:ext cx="9429750" cy="5334000"/>
          </a:xfrm>
          <a:prstGeom xmlns:a="http://schemas.openxmlformats.org/drawingml/2006/main" prst="rect">
            <a:avLst/>
          </a:prstGeom>
        </p:spPr>
      </p:pic>
      <p:sp>
        <p:nvSpPr>
          <p:cNvPr id="2" name="caption">
            <a:extLst xmlns:a="http://schemas.openxmlformats.org/drawingml/2006/main">
              <a:ext uri="{FF2B5EF4-FFF2-40B4-BE49-F238E27FC236}">
                <a16:creationId xmlns:a16="http://schemas.microsoft.com/office/drawing/2014/main" id="{9F6E3403-65B1-4DEB-B572-32337303132B}"/>
              </a:ext>
            </a:extLst>
          </p:cNvPr>
          <p:cNvSpPr>
            <a:spLocks xmlns:a="http://schemas.openxmlformats.org/drawingml/2006/main" noGrp="1"/>
          </p:cNvSpPr>
          <p:nvPr/>
        </p:nvSpPr>
        <p:spPr>
          <a:xfrm xmlns:a="http://schemas.openxmlformats.org/drawingml/2006/main">
            <a:off x="685800" y="550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1">
                <a:solidFill>
                  <a:srgbClr val="F8FAFC"/>
                </a:solidFill>
                <a:latin typeface="Arial"/>
                <a:ea typeface="Arial"/>
                <a:cs typeface="Arial"/>
              </a:defRPr>
            </a:defPPr>
            <a:lvl1pPr algn="ctr">
              <a:defRPr sz="3600" b="1">
                <a:solidFill>
                  <a:srgbClr val="F8FAFC"/>
                </a:solidFill>
                <a:latin typeface="Arial"/>
                <a:ea typeface="Arial"/>
                <a:cs typeface="Arial"/>
              </a:defRPr>
            </a:lvl1pPr>
            <a:lvl2pPr algn="ctr">
              <a:defRPr sz="3600" b="1">
                <a:solidFill>
                  <a:srgbClr val="F8FAFC"/>
                </a:solidFill>
                <a:latin typeface="Arial"/>
                <a:ea typeface="Arial"/>
                <a:cs typeface="Arial"/>
              </a:defRPr>
            </a:lvl2pPr>
            <a:lvl3pPr algn="ctr">
              <a:defRPr sz="3600" b="1">
                <a:solidFill>
                  <a:srgbClr val="F8FAFC"/>
                </a:solidFill>
                <a:latin typeface="Arial"/>
                <a:ea typeface="Arial"/>
                <a:cs typeface="Arial"/>
              </a:defRPr>
            </a:lvl3pPr>
            <a:lvl4pPr algn="ctr">
              <a:defRPr sz="3600" b="1">
                <a:solidFill>
                  <a:srgbClr val="F8FAFC"/>
                </a:solidFill>
                <a:latin typeface="Arial"/>
                <a:ea typeface="Arial"/>
                <a:cs typeface="Arial"/>
              </a:defRPr>
            </a:lvl4pPr>
            <a:lvl5pPr algn="ctr">
              <a:defRPr sz="3600" b="1">
                <a:solidFill>
                  <a:srgbClr val="F8FAFC"/>
                </a:solidFill>
                <a:latin typeface="Arial"/>
                <a:ea typeface="Arial"/>
                <a:cs typeface="Arial"/>
              </a:defRPr>
            </a:lvl5pPr>
            <a:lvl6pPr algn="ctr">
              <a:defRPr sz="3600" b="1">
                <a:solidFill>
                  <a:srgbClr val="F8FAFC"/>
                </a:solidFill>
                <a:latin typeface="Arial"/>
                <a:ea typeface="Arial"/>
                <a:cs typeface="Arial"/>
              </a:defRPr>
            </a:lvl6pPr>
            <a:lvl7pPr algn="ctr">
              <a:defRPr sz="3600" b="1">
                <a:solidFill>
                  <a:srgbClr val="F8FAFC"/>
                </a:solidFill>
                <a:latin typeface="Arial"/>
                <a:ea typeface="Arial"/>
                <a:cs typeface="Arial"/>
              </a:defRPr>
            </a:lvl7pPr>
            <a:lvl8pPr algn="ctr">
              <a:defRPr sz="3600" b="1">
                <a:solidFill>
                  <a:srgbClr val="F8FAFC"/>
                </a:solidFill>
                <a:latin typeface="Arial"/>
                <a:ea typeface="Arial"/>
                <a:cs typeface="Arial"/>
              </a:defRPr>
            </a:lvl8pPr>
            <a:lvl9pPr algn="ctr">
              <a:defRPr sz="3600" b="1">
                <a:solidFill>
                  <a:srgbClr val="F8FAFC"/>
                </a:solidFill>
                <a:latin typeface="Arial"/>
                <a:ea typeface="Arial"/>
                <a:cs typeface="Arial"/>
              </a:defRPr>
            </a:lvl9pPr>
          </a:lstStyle>
          <a:p xmlns:a="http://schemas.openxmlformats.org/drawingml/2006/main">
            <a:pPr algn="ctr">
              <a:defRPr sz="3600" b="1">
                <a:solidFill>
                  <a:srgbClr val="F8FAFC"/>
                </a:solidFill>
                <a:latin typeface="Arial"/>
                <a:ea typeface="Arial"/>
                <a:cs typeface="Arial"/>
              </a:defRPr>
            </a:pPr>
            <a:r>
              <a:rPr sz="3600" b="1">
                <a:solidFill>
                  <a:srgbClr val="F8FAFC"/>
                </a:solidFill>
                <a:latin typeface="Arial"/>
                <a:ea typeface="Arial"/>
                <a:cs typeface="Arial"/>
              </a:rPr>
              <a:t>Waiting for a reply to “anyone need a teammate?”</a:t>
            </a:r>
          </a:p>
        </p:txBody>
      </p:sp>
    </p:spTree>
    <p:extLst>
      <p:ext uri="{BB962C8B-B14F-4D97-AF65-F5344CB8AC3E}">
        <p14:creationId xmlns:p14="http://schemas.microsoft.com/office/powerpoint/2010/main" val="921809717"/>
      </p:ext>
    </p:extLst>
  </p:cSld>
  <p:timing>
    <p:tnLst>
      <p:par>
        <p:cTn id="1" dur="indefinite" restart="never" nodeType="tmRoot">
          <p:childTnLst>
            <p:video>
              <p:cMediaNode vol="0">
                <p:cTn id="2" fill="hold" display="0">
                  <p:stCondLst>
                    <p:cond delay="0"/>
                  </p:stCondLst>
                </p:cTn>
                <p:tgtEl>
                  <p:spTgt spid="3"/>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2026-10-22T17:36:23.6700000Z</dcterms:created>
  <dcterms:modified xsi:type="dcterms:W3CDTF">2026-10-22T17:36:23.6700000Z</dcterms:modified>
</coreProperties>
</file>